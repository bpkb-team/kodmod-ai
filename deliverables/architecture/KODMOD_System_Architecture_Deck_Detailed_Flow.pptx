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fc667c9f6a476c" /><Relationship Type="http://schemas.openxmlformats.org/officeDocument/2006/relationships/extended-properties" Target="/docProps/app.xml" Id="R905c4e4351314eed" /><Relationship Type="http://schemas.openxmlformats.org/officeDocument/2006/relationships/officeDocument" Target="/ppt/presentation.xml" Id="R9f1cbaad768e48cc" /></Relationships>
</file>

<file path=ppt/presentation.xml><?xml version="1.0" encoding="utf-8"?>
<p:presentation xmlns:p="http://schemas.openxmlformats.org/presentationml/2006/main">
  <p:sldMasterIdLst>
    <p:sldMasterId xmlns:r="http://schemas.openxmlformats.org/officeDocument/2006/relationships" id="2147483648" r:id="Rf74c1b9886254c50"/>
  </p:sldMasterIdLst>
  <p:notesMasterIdLst>
    <p:notesMasterId xmlns:r="http://schemas.openxmlformats.org/officeDocument/2006/relationships" r:id="R050ed65d1d824c22"/>
  </p:notesMasterIdLst>
  <p:sldIdLst>
    <p:sldId xmlns:r="http://schemas.openxmlformats.org/officeDocument/2006/relationships" id="256" r:id="R2a6f83d7e84144ad"/>
    <p:sldId xmlns:r="http://schemas.openxmlformats.org/officeDocument/2006/relationships" id="257" r:id="R3cfa7171e76548ae"/>
    <p:sldId xmlns:r="http://schemas.openxmlformats.org/officeDocument/2006/relationships" id="258" r:id="R4c32b194935740a2"/>
    <p:sldId xmlns:r="http://schemas.openxmlformats.org/officeDocument/2006/relationships" id="259" r:id="R7bd1ccf6d5ee4742"/>
    <p:sldId xmlns:r="http://schemas.openxmlformats.org/officeDocument/2006/relationships" id="260" r:id="R4dc7d4544db54fa2"/>
    <p:sldId xmlns:r="http://schemas.openxmlformats.org/officeDocument/2006/relationships" id="261" r:id="R3bd2261a3e1849fa"/>
    <p:sldId xmlns:r="http://schemas.openxmlformats.org/officeDocument/2006/relationships" id="262" r:id="R2fa935097e0a47b4"/>
    <p:sldId xmlns:r="http://schemas.openxmlformats.org/officeDocument/2006/relationships" id="263" r:id="R4467655e83f4468e"/>
    <p:sldId xmlns:r="http://schemas.openxmlformats.org/officeDocument/2006/relationships" id="264" r:id="R214fcd1a8ae34d13"/>
    <p:sldId xmlns:r="http://schemas.openxmlformats.org/officeDocument/2006/relationships" id="265" r:id="R2ea7aed1602f4a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508f4805a34c6a" /><Relationship Type="http://schemas.openxmlformats.org/officeDocument/2006/relationships/slideMaster" Target="/ppt/slideMasters/slideMaster1.xml" Id="Rf74c1b9886254c50" /><Relationship Type="http://schemas.openxmlformats.org/officeDocument/2006/relationships/notesMaster" Target="/ppt/notesMasters/notesMaster1.xml" Id="R050ed65d1d824c22" /><Relationship Type="http://schemas.openxmlformats.org/officeDocument/2006/relationships/presProps" Target="/ppt/presProps.xml" Id="R34e7a24d75b24e72" /><Relationship Type="http://schemas.openxmlformats.org/officeDocument/2006/relationships/tableStyles" Target="/ppt/tableStyles.xml" Id="R072b2d68dc124b61" /><Relationship Type="http://schemas.openxmlformats.org/officeDocument/2006/relationships/slide" Target="/ppt/slides/slide1.xml" Id="R2a6f83d7e84144ad" /><Relationship Type="http://schemas.openxmlformats.org/officeDocument/2006/relationships/slide" Target="/ppt/slides/slide2.xml" Id="R3cfa7171e76548ae" /><Relationship Type="http://schemas.openxmlformats.org/officeDocument/2006/relationships/slide" Target="/ppt/slides/slide3.xml" Id="R4c32b194935740a2" /><Relationship Type="http://schemas.openxmlformats.org/officeDocument/2006/relationships/slide" Target="/ppt/slides/slide4.xml" Id="R7bd1ccf6d5ee4742" /><Relationship Type="http://schemas.openxmlformats.org/officeDocument/2006/relationships/slide" Target="/ppt/slides/slide5.xml" Id="R4dc7d4544db54fa2" /><Relationship Type="http://schemas.openxmlformats.org/officeDocument/2006/relationships/slide" Target="/ppt/slides/slide6.xml" Id="R3bd2261a3e1849fa" /><Relationship Type="http://schemas.openxmlformats.org/officeDocument/2006/relationships/slide" Target="/ppt/slides/slide7.xml" Id="R2fa935097e0a47b4" /><Relationship Type="http://schemas.openxmlformats.org/officeDocument/2006/relationships/slide" Target="/ppt/slides/slide8.xml" Id="R4467655e83f4468e" /><Relationship Type="http://schemas.openxmlformats.org/officeDocument/2006/relationships/slide" Target="/ppt/slides/slide9.xml" Id="R214fcd1a8ae34d13" /><Relationship Type="http://schemas.openxmlformats.org/officeDocument/2006/relationships/slide" Target="/ppt/slides/slide10.xml" Id="R2ea7aed1602f4a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593fc4a3cb44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5374f25ec94fce" /><Relationship Type="http://schemas.openxmlformats.org/officeDocument/2006/relationships/notesMaster" Target="/ppt/notesMasters/notesMaster1.xml" Id="R6ade06190bf845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4e8e7848ae43dc" /><Relationship Type="http://schemas.openxmlformats.org/officeDocument/2006/relationships/notesMaster" Target="/ppt/notesMasters/notesMaster1.xml" Id="R8d11fd8e7d2a4ee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c90214dc5a48ad" /><Relationship Type="http://schemas.openxmlformats.org/officeDocument/2006/relationships/notesMaster" Target="/ppt/notesMasters/notesMaster1.xml" Id="R85ab4429492248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b80012eb3d4bea" /><Relationship Type="http://schemas.openxmlformats.org/officeDocument/2006/relationships/notesMaster" Target="/ppt/notesMasters/notesMaster1.xml" Id="R5db45189dc7640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5fa7b444ad4a72" /><Relationship Type="http://schemas.openxmlformats.org/officeDocument/2006/relationships/notesMaster" Target="/ppt/notesMasters/notesMaster1.xml" Id="R52700a2bb09f40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576bad60b84fd1" /><Relationship Type="http://schemas.openxmlformats.org/officeDocument/2006/relationships/notesMaster" Target="/ppt/notesMasters/notesMaster1.xml" Id="R54089269a9f842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5500f4fc984506" /><Relationship Type="http://schemas.openxmlformats.org/officeDocument/2006/relationships/notesMaster" Target="/ppt/notesMasters/notesMaster1.xml" Id="Re10b9c99c90d4c9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2b17b5d7c04cad" /><Relationship Type="http://schemas.openxmlformats.org/officeDocument/2006/relationships/notesMaster" Target="/ppt/notesMasters/notesMaster1.xml" Id="Rb7332fae717e4e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724ac47acc4256" /><Relationship Type="http://schemas.openxmlformats.org/officeDocument/2006/relationships/notesMaster" Target="/ppt/notesMasters/notesMaster1.xml" Id="R3f5aa88b0a8c41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7b2ea735314ce9" /><Relationship Type="http://schemas.openxmlformats.org/officeDocument/2006/relationships/notesMaster" Target="/ppt/notesMasters/notesMaster1.xml" Id="R43e582eb4d4643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docs/ARCHITECTURE.md; docker-compose.yml; apps/web/package.json; apps/web/src/app/{siswa,guru,admin}; apps/ai-engine/api/main.py; apps/ai-engine/graphs/main_graph.py; apps/ai-engine/database/models.py; apps/ai-engine/rag/stores/pgvector_store.py; apps/ai-engine/memory/short_term.py; apps/ai-engine/tools/llm_client.py; apps/ai-engine/voice/streaming.py.</a:t>
            </a:r>
          </a:p>
          <a:p xmlns:a="http://schemas.openxmlformats.org/drawingml/2006/main">
            <a:r>
              <a:t>Current runtime shown from the repository: Next.js web, FastAPI engine, material worker, PostgreSQL with pgvector, and Redis. RAGTool currently constructs PgVectorStore. Speech backends are configurable.</a:t>
            </a:r>
          </a:p>
          <a:p xmlns:a="http://schemas.openxmlformats.org/drawingml/2006/main">
            <a:r>
              <a:t>Logo assets: Simple Icons SVGs for Next.js, FastAPI, LangGraph, PostgreSQL, Redis, OpenAI, and Docker. Source: https://github.com/simple-icons/simple-icons; CDN assets: https://cdn.simpleicons.org/nextdotjs, https://cdn.simpleicons.org/fastapi, https://cdn.simpleicons.org/langgraph, https://cdn.simpleicons.org/postgresql, https://cdn.simpleicons.org/redis, https://cdn.jsdelivr.net/npm/simple-icons@v15/icons/openai.svg, https://cdn.simpleicons.org/docker. OpenAI use follows https://openai.com/brand/.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apps/ai-engine/graphs/main_graph.py (route_after_intent, route_after_scoring, route_after_tutoring, route_after_student_model, build_kodmod_graph); apps/ai-engine/graphs/state.py (KODMODState); apps/ai-engine/agents/scoring_agent.py; apps/ai-engine/analytics/student_model.py; apps/ai-engine/agents/quiz_analyzer.py; apps/ai-engine/agents/analytics_agent.py; apps/ai-engine/agents/recommendation_agent.py; apps/ai-engine/agents/reflection_agent.py; apps/ai-engine/agents/accessibility_agent.py; apps/ai-engine/memory/short_term.py.</a:t>
            </a:r>
          </a:p>
          <a:p xmlns:a="http://schemas.openxmlformats.org/drawingml/2006/main">
            <a:r>
              <a:t>A new quiz request follows problem_generator → quiz_ask → accessibility. On a later invocation, an active quiz session plus a captured student answer is routed by intent_router directly to scoring. After scoring, score &gt;= QUIZ_PASS_THRESHOLD (default 0.6) OR current_question_attempts &gt;= QUIZ_MAX_ATTEMPTS_PER_QUESTION (default 2) advances to update_student_model. Otherwise the graph routes to tutoring, reflection, and accessibility; the quiz question remains active for the next learner turn. After the model update, the graph asks the next question in the same invocation or runs quiz_analyzer → analytics → recommendation when the list is exhausted. Plain tutoring turns may use RAG and the mini quiz only when concept/material context exists and no quiz session is active. Every speaking route converges at accessibility; reflection is inline, not a human pause.</a:t>
            </a:r>
          </a:p>
          <a:p xmlns:a="http://schemas.openxmlformats.org/drawingml/2006/main">
            <a:r>
              <a:t>For non-assessment-managed chat quizzes, scoring mirrors attempts and retry/index state to Redis short-term memory; the graph checkpointer separately persists graph state. Assessment-managed writes are handled by the assessment API path.</a:t>
            </a:r>
          </a:p>
          <a:p xmlns:a="http://schemas.openxmlformats.org/drawingml/2006/main">
            <a:r>
              <a:t>LangGraph logo mark source: https://cdn.simpleicons.org/langgraph (Simple Icons: 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apps/ai-engine/agents/intent_router.py (intent_router_node); apps/ai-engine/rag/retriever.py (retrieve, rag_retrieval_node); apps/ai-engine/agents/tutoring_agent.py (tutoring_node); apps/ai-engine/agents/quiz_agent.py (mini_quiz_node); apps/ai-engine/agents/reflection_agent.py (reflection_node); apps/ai-engine/agents/accessibility_agent.py (accessibility_node); apps/ai-engine/graphs/main_graph.py (route_after_intent, route_after_tutoring, graph edges); apps/ai-engine/graphs/state.py (KODMODState).</a:t>
            </a:r>
          </a:p>
          <a:p xmlns:a="http://schemas.openxmlformats.org/drawingml/2006/main">
            <a:r>
              <a:t>The router short-circuits an active quiz answer to scoring, and can rehydrate quiz state from Redis when a new conversational turn lacks quiz_questions. Otherwise an LLM classifies the learner's text into an intent and related metadata; invalid JSON falls back to tutoring.</a:t>
            </a:r>
          </a:p>
          <a:p xmlns:a="http://schemas.openxmlformats.org/drawingml/2006/main">
            <a:r>
              <a:t>RAG retrieval embeds the query, filters by concept/subject and, in class/material scope, validates the student/class context before retrieving. Optional reranking is applied when configured. The node writes retrieved_docs and can infer a missing concept from a retrieved chunk.</a:t>
            </a:r>
          </a:p>
          <a:p xmlns:a="http://schemas.openxmlformats.org/drawingml/2006/main">
            <a:r>
              <a:t>Tutor uses up to six prior turns, retrieved material, mastery and emotion. Tutoring routes to mini_quiz only when concept/material context exists and no quiz session is active; otherwise it routes to reflection. Mini-quiz creates one short spoken question. Reflection may rewrite and record a score; a low score sets interrupt_reason, but the compiled graph has no human interrupt. All output routes converge at accessibility.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apps/ai-engine/agents/problem_generator.py (problem_generator_node, GeneratedQuestion, validate_generated_questions, _adjust_difficulty); apps/ai-engine/agents/quiz_agent.py (quiz_node); apps/ai-engine/graphs/state.py (QuizQuestion, KODMODState); apps/ai-engine/rag/retriever.py and RAGTool; apps/ai-engine/analytics/student_model.py (predict_correct_probability).</a:t>
            </a:r>
          </a:p>
          <a:p xmlns:a="http://schemas.openxmlformats.org/drawingml/2006/main">
            <a:r>
              <a:t>Problem Generator uses requested topic/count/difficulty, learner mastery and confidence, approved classroom concept mappings when applicable, and source chunks. It adjusts difficulty from predicted success, retrieves at most six chunks in scope, and refuses to generate when no source is available. It validates the exact question count and question/source contract, retries the entire set once, and then raises an error if the contract still fails.</a:t>
            </a:r>
          </a:p>
          <a:p xmlns:a="http://schemas.openxmlformats.org/drawingml/2006/main">
            <a:r>
              <a:t>QuizQuestion stores question_id, text, type, options, expected_answer, rubric, source_indices, explanation, concept_id and difficulty. Quiz Ask selects the current item and asks an LLM to render it in spoken-friendly wording. It introduces the first question and carries previous feedback before subsequent questions. The question is delivered through accessibility; the learner's answer arrives on a later graph invocation and is routed to scoring.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apps/ai-engine/agents/scoring_agent.py (RubricGrade, RUBRIC_PROMPT, scoring_node, _score_mcq, _score_with_rubric, _build_attempt, _emit, _persist_progress); apps/ai-engine/graphs/main_graph.py (route_after_scoring); apps/ai-engine/analytics/student_model.py (StudentModel.update, mastery_at, update_student_model_node); apps/ai-engine/config/settings.py; apps/ai-engine/.env.example; apps/ai-engine/graphs/state.py (QuizQuestion, QuizAttempt, KODMODState).</a:t>
            </a:r>
          </a:p>
          <a:p xmlns:a="http://schemas.openxmlformats.org/drawingml/2006/main">
            <a:r>
              <a:t>MCQ uses a deterministic letter or same-language option match for scores 1.0/0.0; an absent expected key scores zero. If the answer shape is ambiguous, the scorer falls back to the rubric grader, including for option text phrased in another language. Spoken/open responses are graded by the configured scoring LLM using question, expected answer, rubric, and transcript. RubricGrade validates score and confidence in [0,1], feedback length, and missed-keyword count; invalid output raises a contract error. Attempt is_correct is currently hard-coded as score &gt;= 0.6.</a:t>
            </a:r>
          </a:p>
          <a:p xmlns:a="http://schemas.openxmlformats.org/drawingml/2006/main">
            <a:r>
              <a:t>quiz_score is the latest attempt. cumulative_quiz_score is the arithmetic mean of every stored attempt, including retries. Current defaults are QUIZ_PASS_THRESHOLD=0.6 and QUIZ_MAX_ATTEMPTS_PER_QUESTION=2; the pass threshold is configurable, while is_correct remains fixed at 0.6. A score below threshold on the first attempt routes to tutoring. On the second attempt, the graph advances even when score remains low; this avoids an infinite retry loop and is not a mastery pass.</a:t>
            </a:r>
          </a:p>
          <a:p xmlns:a="http://schemas.openxmlformats.org/drawingml/2006/main">
            <a:r>
              <a:t>StudentModel.update uses previous mastery 0.5 when no score exists, then new = clamp(previous + (attempt_score - previous) * 0.25 * attempt_confidence, 0, 1). MCQ attempts default to confidence 0.9; rubric attempts use the grader's confidence. Model confidence starts at 0.5 and increases by 0.05 per applied attempt, capped at 1.0. The mastery_applied_attempts cursor prevents duplicate updates. Only valid UUID concept IDs update global mastery; quizzes scoped to class_id or material_id skip that global model update. Mastery projection decays by 0.005 per inactive day when loaded.</a:t>
            </a:r>
          </a:p>
          <a:p xmlns:a="http://schemas.openxmlformats.org/drawingml/2006/main">
            <a:r>
              <a:t>For chat quizzes, attempts and retry counts are mirrored to Redis short-term memory (best effort). When assessment_managed is true, persistence belongs to the assessment API transaction. The graph checkpointer separately persists LangGraph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apps/ai-engine/analytics/student_model.py (update_student_model_node, StudentModel.update); apps/ai-engine/agents/quiz_analyzer.py (quiz_analyzer_node); apps/ai-engine/agents/analytics_agent.py (analytics_node); apps/ai-engine/agents/recommendation_agent.py (recommendation_node); apps/ai-engine/agents/accessibility_agent.py; apps/ai-engine/graphs/main_graph.py (route_after_student_model and graph edges); apps/ai-engine/memory/short_term.py; assessment API routes.</a:t>
            </a:r>
          </a:p>
          <a:p xmlns:a="http://schemas.openxmlformats.org/drawingml/2006/main">
            <a:r>
              <a:t>After each accepted attempt or retry limit, the student-model node applies only attempts after mastery_applied_attempts, then advances the question index and clears the per-question attempt count. Global mastery skips class/material-scoped quizzes and only applies to valid concept UUIDs. When questions remain, the next item is asked in the same invocation; when complete, the graph enters quiz_analyzer.</a:t>
            </a:r>
          </a:p>
          <a:p xmlns:a="http://schemas.openxmlformats.org/drawingml/2006/main">
            <a:r>
              <a:t>Quiz Analyzer computes per-concept averages from the full question/attempt list, then asks the scoring LLM to identify patterns, misconceptions, weak/strong concepts and remediation. It enriches state only and does not write directly to the database.</a:t>
            </a:r>
          </a:p>
          <a:p xmlns:a="http://schemas.openxmlformats.org/drawingml/2006/main">
            <a:r>
              <a:t>Analytics-managed assessments return a state preview pending the API transaction. Regular student analytics aggregate a monthly window and best-effort persist analytics_reports. Recommendation uses analytics, recent emotion and misconceptions, normalizes structured actions, appends spoken text, and routes to accessibility.</a:t>
            </a:r>
          </a:p>
          <a:p xmlns:a="http://schemas.openxmlformats.org/drawingml/2006/main">
            <a:r>
              <a:t>LangGraph checkpoint persistence is separate from Redis short-term quiz-session persistence. The assessment API owns durable evidence for assessment_managed turns. The final accessible_response is the spoken/text output payload.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apps/web/package.json (Next.js 16); apps/web/src/app/siswa/ (student pages); apps/web/src/app/guru/ (teacher pages); apps/web/src/app/admin/ (administrator pages); apps/web/src/app/api/ (server-side route proxies); apps/web/src/lib/session.ts; apps/ai-engine/api/routes/.</a:t>
            </a:r>
          </a:p>
          <a:p xmlns:a="http://schemas.openxmlformats.org/drawingml/2006/main">
            <a:r>
              <a:t>The route list is a concise view of implemented pages: student dashboard/tutor/materials/quizzes/progress, teacher classes/materials/assignments/quiz review/analytics, and administrator users/invitations/activity/AI monitoring/content.</a:t>
            </a:r>
          </a:p>
          <a:p xmlns:a="http://schemas.openxmlformats.org/drawingml/2006/main">
            <a:r>
              <a:t>Next.js logo mark source: https://cdn.simpleicons.org/nextdotjs (Simple Icons: https://github.com/simple-icons/simple-icons).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apps/ai-engine/graphs/state.py (KODMODState); apps/ai-engine/agents/intent_router.py (intent_router_node, _is_meta_command); apps/ai-engine/graphs/main_graph.py (route_after_intent, route_after_tutoring, conditional edges, checkpointer); apps/ai-engine/memory/short_term.py (quiz session rehydration).</a:t>
            </a:r>
          </a:p>
          <a:p xmlns:a="http://schemas.openxmlformats.org/drawingml/2006/main">
            <a:r>
              <a:t>Assessment-managed answer submissions force intent=quiz with confidence 1.0. Chat turns can rehydrate an active quiz from Redis if the fresh state has no question list. During an active quiz, a normal non-meta utterance is treated as the answer with confidence 0.95. If no text is available, the router preserves a caller-provided intent. Otherwise it validates the LLM classifier response; invalid JSON falls back to tutoring at confidence 0.4.</a:t>
            </a:r>
          </a:p>
          <a:p xmlns:a="http://schemas.openxmlformats.org/drawingml/2006/main">
            <a:r>
              <a:t>Intent routing: tutoring goes through RAG; quiz and exercise requests go to Problem Generator; analytics goes to Analytics; active quiz answers go directly to Scoring. After tutoring, the graph chooses mini_quiz when concept/material context exists and no quiz session is active, otherwise Reflection. Stop goes to END. Repeat, clarification and unknown routes fall back to tutoring.</a:t>
            </a:r>
          </a:p>
          <a:p xmlns:a="http://schemas.openxmlformats.org/drawingml/2006/main">
            <a:r>
              <a:t>KODMODState groups session identity, turn input, intent, tutoring context, quiz/question/attempt progress, learner model, analytics, accessibility, messages and trace metadata. The audio_input_path is a private temporary field and is not serialized into receipts, so it is not represented as a learner-visible state payload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apps/ai-engine/agents/scoring_agent.py (scoring_node, _score_mcq, _score_with_rubric, RubricGrade, _build_attempt, _emit, _empty_attempt, _persist_progress); apps/ai-engine/graphs/main_graph.py (route_after_scoring, route_after_student_model); apps/ai-engine/analytics/student_model.py (StudentModel.update, mastery_at, update_student_model_node); apps/ai-engine/config/settings.py and apps/ai-engine/.env.example.</a:t>
            </a:r>
          </a:p>
          <a:p xmlns:a="http://schemas.openxmlformats.org/drawingml/2006/main">
            <a:r>
              <a:t>MCQ first matches a leading A–D answer letter to the expected key. It can also match the expected text or a clear same-language option-text match. A missing expected key receives zero. Ambiguous wording, including a paraphrase in another language, is sent to the rubric LLM with the full correct option text.</a:t>
            </a:r>
          </a:p>
          <a:p xmlns:a="http://schemas.openxmlformats.org/drawingml/2006/main">
            <a:r>
              <a:t>The rubric grader receives the question, expected answer, rubric and transcribed answer; it can award partial credit and tolerate speech-recognition artifacts. Pydantic validates score and confidence in [0,1], feedback length 1–2,000 and missed-keyword count at most 30. Invalid provider output raises a contract error. A QuizAttempt stores question_id, answer, score, is_correct, confidence, response latency and feedback. MCQ confidence defaults to 0.9; is_correct uses a fixed 0.6 cutoff, separate from configurable QUIZ_PASS_THRESHOLD. A missing answer scores zero and increments the per-question attempt counter without appending a normal scored attempt.</a:t>
            </a:r>
          </a:p>
          <a:p xmlns:a="http://schemas.openxmlformats.org/drawingml/2006/main">
            <a:r>
              <a:t>Current defaults: QUIZ_PASS_THRESHOLD=0.6 and QUIZ_MAX_ATTEMPTS_PER_QUESTION=2. The gate advances when score meets threshold OR attempts reach the limit. A low first attempt routes to tutor remediation; a low second attempt advances to prevent an infinite retry loop, but does not mean the learner passed. cumulative_quiz_score is the arithmetic mean of all attempts, including retries; quiz_score is the latest attempt.</a:t>
            </a:r>
          </a:p>
          <a:p xmlns:a="http://schemas.openxmlformats.org/drawingml/2006/main">
            <a:r>
              <a:t>StudentModel.update initializes missing mastery at 0.5, then applies new = clamp(old + (attempt_score - old) * 0.25 * attempt_confidence, 0, 1). Model confidence begins at 0.5 and adds 0.05 per applied attempt, capped at 1.0. mastery_applied_attempts prevents duplicate evidence. Only valid concept UUIDs in unscoped quizzes update global mastery; class/material assessments skip that global update. Projected mastery decays by 0.005 per inactive day when loaded.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apps/ai-engine/agents/quiz_analyzer.py (quiz_analyzer_node); apps/ai-engine/agents/analytics_agent.py (analytics_node); apps/ai-engine/agents/recommendation_agent.py (recommendation_node); apps/ai-engine/agents/accessibility_agent.py; apps/ai-engine/analytics/student_model.py (update_student_model_node); apps/ai-engine/graphs/main_graph.py (build_kodmod_graph); apps/ai-engine/memory/short_term.py; apps/ai-engine/database/ and assessment API routes.</a:t>
            </a:r>
          </a:p>
          <a:p xmlns:a="http://schemas.openxmlformats.org/drawingml/2006/main">
            <a:r>
              <a:t>Quiz Analyzer maps each question_id to its concept, calculates arithmetic concept averages from all attempts, then builds a compact attempt dossier for the scoring LLM. The LLM returns misconception labels, weak/strong concept IDs, remediation, student spoken summary and teacher summary. Parse failure falls back to weak average &lt; 0.6, strong average &gt;= 0.8, a generic review action and a spoken summary. Analyzer enriches state only.</a:t>
            </a:r>
          </a:p>
          <a:p xmlns:a="http://schemas.openxmlformats.org/drawingml/2006/main">
            <a:r>
              <a:t>Analytics regular path validates student_id as UUID and requests a one-month aggregate. It projects overall mastery, weak/strong concept names (up to three), streak, sessions, average quiz score and engagement; it generates a student-facing spoken summary and best-effort saves an analytics_reports row. Assessment-managed path returns a state preview and leaves durable aggregation to the REST transaction.</a:t>
            </a:r>
          </a:p>
          <a:p xmlns:a="http://schemas.openxmlformats.org/drawingml/2006/main">
            <a:r>
              <a:t>Recommendation input includes analytics_summary, learner language, recent emotional state and misconceptions. It returns a spoken intro and normalized recommendation objects with type, text and concept_id; invalid JSON uses a fallback for the weakest concept. The node appends speech to generated_response and routes into accessibility, which writes accessible_response.</a:t>
            </a:r>
          </a:p>
          <a:p xmlns:a="http://schemas.openxmlformats.org/drawingml/2006/main">
            <a:r>
              <a:t>Persistence boundaries: an optional AsyncPostgresSaver checkpoint stores graph state; unscoped valid concept evidence is loaded/persisted through StudentModel; regular analytics report persistence is best effort; Redis mirrors chat quiz session and attempt progress so a fresh turn can resume; assessment_managed durable evidence belongs to the assessment API transaction. These paths serve different data and are not interchangeable.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be7559f7844e4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9db0ad96f842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76e8e0919a4ae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9eaf064c5146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3ed12be5c248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8b7c966d3240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178E9B-CE01-40AF-9B8D-3BC6E711746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B2E7CF-C660-4DE3-80DC-64412F7EC6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43C0D20-558B-46D1-B4E8-E18AFCED72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5E4468-7770-4C1A-969B-1A5BEDAADC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B7D592-535F-4039-B736-15A7265FE3B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0DD41E-272C-4852-AAC9-9DB1DDD6154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047001-D87A-44C7-9246-41C98CD84D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03B9B57-87AE-4638-BD1C-11BC7EA27C0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2749C9-6CF6-4CDF-9161-8C9059054F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C1BB3D-4953-4C6A-A2A3-C6A9244135C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f15a6718474757" /><Relationship Type="http://schemas.openxmlformats.org/officeDocument/2006/relationships/slideLayout" Target="/ppt/slideLayouts/slideLayout1.xml" Id="Rcd9024ce9b034629" /><Relationship Type="http://schemas.openxmlformats.org/officeDocument/2006/relationships/slideLayout" Target="/ppt/slideLayouts/slideLayout2.xml" Id="R7047905bda6b40e2" /><Relationship Type="http://schemas.openxmlformats.org/officeDocument/2006/relationships/slideLayout" Target="/ppt/slideLayouts/slideLayout3.xml" Id="Rd02948628cf34251" /><Relationship Type="http://schemas.openxmlformats.org/officeDocument/2006/relationships/slideLayout" Target="/ppt/slideLayouts/slideLayout4.xml" Id="Re9d9a8d9f0d7418f" /><Relationship Type="http://schemas.openxmlformats.org/officeDocument/2006/relationships/slideLayout" Target="/ppt/slideLayouts/slideLayout5.xml" Id="R08cee2e8e2764deb" /><Relationship Type="http://schemas.openxmlformats.org/officeDocument/2006/relationships/slideLayout" Target="/ppt/slideLayouts/slideLayout6.xml" Id="Ra0bea9d1eede43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9024ce9b034629"/>
    <p:sldLayoutId xmlns:r="http://schemas.openxmlformats.org/officeDocument/2006/relationships" id="2147483650" r:id="R7047905bda6b40e2"/>
    <p:sldLayoutId xmlns:r="http://schemas.openxmlformats.org/officeDocument/2006/relationships" id="2147483651" r:id="Rd02948628cf34251"/>
    <p:sldLayoutId xmlns:r="http://schemas.openxmlformats.org/officeDocument/2006/relationships" id="2147483652" r:id="Re9d9a8d9f0d7418f"/>
    <p:sldLayoutId xmlns:r="http://schemas.openxmlformats.org/officeDocument/2006/relationships" id="2147483653" r:id="R08cee2e8e2764deb"/>
    <p:sldLayoutId xmlns:r="http://schemas.openxmlformats.org/officeDocument/2006/relationships" id="2147483654" r:id="Ra0bea9d1eede43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3e742b5c894481" /><Relationship Type="http://schemas.openxmlformats.org/officeDocument/2006/relationships/image" Target="/ppt/media/image.png" Id="Rcba33b166482445f" /><Relationship Type="http://schemas.openxmlformats.org/officeDocument/2006/relationships/image" Target="/ppt/media/image.svg" Id="R2aa9390447d947e2" /><Relationship Type="http://schemas.openxmlformats.org/officeDocument/2006/relationships/image" Target="/ppt/media/image2.png" Id="Re5fe6d8c7e7e4aae" /><Relationship Type="http://schemas.openxmlformats.org/officeDocument/2006/relationships/image" Target="/ppt/media/image2.svg" Id="Rcaa47210d810497e" /><Relationship Type="http://schemas.openxmlformats.org/officeDocument/2006/relationships/image" Target="/ppt/media/image3.png" Id="R4cfe217e58f948d8" /><Relationship Type="http://schemas.openxmlformats.org/officeDocument/2006/relationships/image" Target="/ppt/media/image3.svg" Id="R84e9c9c703da4f2f" /><Relationship Type="http://schemas.openxmlformats.org/officeDocument/2006/relationships/image" Target="/ppt/media/image4.png" Id="R8924a7e5b2274bea" /><Relationship Type="http://schemas.openxmlformats.org/officeDocument/2006/relationships/image" Target="/ppt/media/image4.svg" Id="R62c4f00a67204ffe" /><Relationship Type="http://schemas.openxmlformats.org/officeDocument/2006/relationships/image" Target="/ppt/media/image5.png" Id="R5c4c67138c7243be" /><Relationship Type="http://schemas.openxmlformats.org/officeDocument/2006/relationships/image" Target="/ppt/media/image5.svg" Id="R0560ce10462443e6" /><Relationship Type="http://schemas.openxmlformats.org/officeDocument/2006/relationships/image" Target="/ppt/media/image6.png" Id="Re2c10311070d4bec" /><Relationship Type="http://schemas.openxmlformats.org/officeDocument/2006/relationships/image" Target="/ppt/media/image6.svg" Id="R14effd18dd37460b" /><Relationship Type="http://schemas.openxmlformats.org/officeDocument/2006/relationships/image" Target="/ppt/media/image7.png" Id="R0f94a2aa4e954406" /><Relationship Type="http://schemas.openxmlformats.org/officeDocument/2006/relationships/image" Target="/ppt/media/image7.svg" Id="Rc42ebb50eb594c76" /><Relationship Type="http://schemas.openxmlformats.org/officeDocument/2006/relationships/notesSlide" Target="/ppt/notesSlides/notesSlide1.xml" Id="Re5e1fb095d7446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9a96838ceb94be5" /><Relationship Type="http://schemas.openxmlformats.org/officeDocument/2006/relationships/image" Target="/ppt/media/image8.png" Id="Rd53d904bd9fc4bad" /><Relationship Type="http://schemas.openxmlformats.org/officeDocument/2006/relationships/image" Target="/ppt/media/image8.svg" Id="R4d1e31031fd940fe" /><Relationship Type="http://schemas.openxmlformats.org/officeDocument/2006/relationships/notesSlide" Target="/ppt/notesSlides/notesSlide2.xml" Id="R71aa0957891340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e94199ae6f4dfd" /><Relationship Type="http://schemas.openxmlformats.org/officeDocument/2006/relationships/image" Target="/ppt/media/image9.png" Id="R5aa61e82c4f64988" /><Relationship Type="http://schemas.openxmlformats.org/officeDocument/2006/relationships/image" Target="/ppt/media/image9.svg" Id="Rd5b73580d79c4d81" /><Relationship Type="http://schemas.openxmlformats.org/officeDocument/2006/relationships/notesSlide" Target="/ppt/notesSlides/notesSlide3.xml" Id="R83ac046b940046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f34d342d7e34a23" /><Relationship Type="http://schemas.openxmlformats.org/officeDocument/2006/relationships/image" Target="/ppt/media/image10.png" Id="R0f332a1693f547f2" /><Relationship Type="http://schemas.openxmlformats.org/officeDocument/2006/relationships/image" Target="/ppt/media/image10.svg" Id="Rd59bc0d033ce4eb4" /><Relationship Type="http://schemas.openxmlformats.org/officeDocument/2006/relationships/notesSlide" Target="/ppt/notesSlides/notesSlide4.xml" Id="Rf055c13e98b14a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e6943104db45d1" /><Relationship Type="http://schemas.openxmlformats.org/officeDocument/2006/relationships/notesSlide" Target="/ppt/notesSlides/notesSlide5.xml" Id="R43f85cf42b634d0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ff36a5adbb4788" /><Relationship Type="http://schemas.openxmlformats.org/officeDocument/2006/relationships/image" Target="/ppt/media/image11.png" Id="R6074071917c14fc6" /><Relationship Type="http://schemas.openxmlformats.org/officeDocument/2006/relationships/image" Target="/ppt/media/image11.svg" Id="R50ed56bac83a4b69" /><Relationship Type="http://schemas.openxmlformats.org/officeDocument/2006/relationships/image" Target="/ppt/media/image12.png" Id="R71adb8c462084757" /><Relationship Type="http://schemas.openxmlformats.org/officeDocument/2006/relationships/image" Target="/ppt/media/image12.svg" Id="R4a4fc947fb3149fe" /><Relationship Type="http://schemas.openxmlformats.org/officeDocument/2006/relationships/image" Target="/ppt/media/image13.png" Id="Rb935b595a8194341" /><Relationship Type="http://schemas.openxmlformats.org/officeDocument/2006/relationships/image" Target="/ppt/media/image13.svg" Id="R6cedeb58b9f3488d" /><Relationship Type="http://schemas.openxmlformats.org/officeDocument/2006/relationships/image" Target="/ppt/media/image14.png" Id="R3f124fcd0ade4fa0" /><Relationship Type="http://schemas.openxmlformats.org/officeDocument/2006/relationships/image" Target="/ppt/media/image14.svg" Id="R928b06d63e58481c" /><Relationship Type="http://schemas.openxmlformats.org/officeDocument/2006/relationships/notesSlide" Target="/ppt/notesSlides/notesSlide6.xml" Id="Raec29e1fdaca4f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fdc310e00b4cc9" /><Relationship Type="http://schemas.openxmlformats.org/officeDocument/2006/relationships/image" Target="/ppt/media/image15.png" Id="Rade6c78e0ce24cb7" /><Relationship Type="http://schemas.openxmlformats.org/officeDocument/2006/relationships/image" Target="/ppt/media/image15.svg" Id="R6b108309e24f460e" /><Relationship Type="http://schemas.openxmlformats.org/officeDocument/2006/relationships/notesSlide" Target="/ppt/notesSlides/notesSlide7.xml" Id="Ra06e830990e84e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13a62f49e6d45b6" /><Relationship Type="http://schemas.openxmlformats.org/officeDocument/2006/relationships/image" Target="/ppt/media/image16.png" Id="R345351d4fd5d42a8" /><Relationship Type="http://schemas.openxmlformats.org/officeDocument/2006/relationships/image" Target="/ppt/media/image16.svg" Id="R7ba8013a958e41f6" /><Relationship Type="http://schemas.openxmlformats.org/officeDocument/2006/relationships/notesSlide" Target="/ppt/notesSlides/notesSlide8.xml" Id="R30bfbb801868479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4d573f6339a45b7" /><Relationship Type="http://schemas.openxmlformats.org/officeDocument/2006/relationships/image" Target="/ppt/media/image17.png" Id="R46594938f7964614" /><Relationship Type="http://schemas.openxmlformats.org/officeDocument/2006/relationships/image" Target="/ppt/media/image17.svg" Id="Rc7dd6e3f19294fad" /><Relationship Type="http://schemas.openxmlformats.org/officeDocument/2006/relationships/notesSlide" Target="/ppt/notesSlides/notesSlide9.xml" Id="R0f65652d661d4e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455922c234d4ecd" /><Relationship Type="http://schemas.openxmlformats.org/officeDocument/2006/relationships/image" Target="/ppt/media/image18.png" Id="R1241ab3cd46841a4" /><Relationship Type="http://schemas.openxmlformats.org/officeDocument/2006/relationships/image" Target="/ppt/media/image18.svg" Id="R617767b7e8ec47a5" /><Relationship Type="http://schemas.openxmlformats.org/officeDocument/2006/relationships/image" Target="/ppt/media/image19.png" Id="R8057dc7910db42b0" /><Relationship Type="http://schemas.openxmlformats.org/officeDocument/2006/relationships/image" Target="/ppt/media/image19.svg" Id="R60268d38875f4548" /><Relationship Type="http://schemas.openxmlformats.org/officeDocument/2006/relationships/image" Target="/ppt/media/image20.png" Id="Rcf0cda2b898142b3" /><Relationship Type="http://schemas.openxmlformats.org/officeDocument/2006/relationships/image" Target="/ppt/media/image20.svg" Id="R67f2f04042924a81" /><Relationship Type="http://schemas.openxmlformats.org/officeDocument/2006/relationships/image" Target="/ppt/media/image21.png" Id="Rc2bd970052f946fa" /><Relationship Type="http://schemas.openxmlformats.org/officeDocument/2006/relationships/image" Target="/ppt/media/image21.svg" Id="Rbd696f8d674243cd" /><Relationship Type="http://schemas.openxmlformats.org/officeDocument/2006/relationships/image" Target="/ppt/media/image22.png" Id="R18d33d90453240ae" /><Relationship Type="http://schemas.openxmlformats.org/officeDocument/2006/relationships/image" Target="/ppt/media/image22.svg" Id="R3077f0deea294d26" /><Relationship Type="http://schemas.openxmlformats.org/officeDocument/2006/relationships/notesSlide" Target="/ppt/notesSlides/notesSlide10.xml" Id="R8ced08386a4149c2" /></Relationships>
</file>

<file path=ppt/slides/slide1.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835EFA6D-0F02-4CD1-AA1B-772E5F9B889E}"/>
              </a:ext>
            </a:extLst>
          </p:cNvPr>
          <p:cNvCxnSpPr>
            <a:stCxn xmlns:a="http://schemas.openxmlformats.org/drawingml/2006/main" id="47" idx="3"/>
            <a:endCxn xmlns:a="http://schemas.openxmlformats.org/drawingml/2006/main" id="48" idx="1"/>
          </p:cNvCxnSpPr>
          <p:nvPr/>
        </p:nvCxnSpPr>
        <p:spPr>
          <a:xfrm xmlns:a="http://schemas.openxmlformats.org/drawingml/2006/main">
            <a:off x="5238750" y="5329238"/>
            <a:ext cx="295275" cy="0"/>
          </a:xfrm>
          <a:prstGeom xmlns:a="http://schemas.openxmlformats.org/drawingml/2006/main" prst="straightConnector1">
            <a:avLst/>
          </a:prstGeom>
          <a:ln xmlns:a="http://schemas.openxmlformats.org/drawingml/2006/main" w="17145">
            <a:solidFill>
              <a:srgbClr val="A38AFF"/>
            </a:solidFill>
            <a:prstDash val="solid"/>
            <a:tailEnd type="triangle" w="sm" len="sm"/>
          </a:ln>
        </p:spPr>
      </p:cxnSp>
      <p:cxnSp>
        <p:nvCxnSpPr>
          <p:cNvPr id="50" name="">
            <a:extLst xmlns:a="http://schemas.openxmlformats.org/drawingml/2006/main">
              <a:ext uri="{FF2B5EF4-FFF2-40B4-BE49-F238E27FC236}">
                <a16:creationId xmlns:a16="http://schemas.microsoft.com/office/drawing/2014/main" id="{92D31EAC-6E37-4682-A26E-4411D9E8373D}"/>
              </a:ext>
            </a:extLst>
          </p:cNvPr>
          <p:cNvCxnSpPr>
            <a:stCxn xmlns:a="http://schemas.openxmlformats.org/drawingml/2006/main" id="46" idx="3"/>
            <a:endCxn xmlns:a="http://schemas.openxmlformats.org/drawingml/2006/main" id="47" idx="1"/>
          </p:cNvCxnSpPr>
          <p:nvPr/>
        </p:nvCxnSpPr>
        <p:spPr>
          <a:xfrm xmlns:a="http://schemas.openxmlformats.org/drawingml/2006/main">
            <a:off x="3371850" y="5329238"/>
            <a:ext cx="2857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49" name="">
            <a:extLst xmlns:a="http://schemas.openxmlformats.org/drawingml/2006/main">
              <a:ext uri="{FF2B5EF4-FFF2-40B4-BE49-F238E27FC236}">
                <a16:creationId xmlns:a16="http://schemas.microsoft.com/office/drawing/2014/main" id="{4A18ECF9-2258-41AB-BAAC-1B57CA165A2F}"/>
              </a:ext>
            </a:extLst>
          </p:cNvPr>
          <p:cNvCxnSpPr>
            <a:stCxn xmlns:a="http://schemas.openxmlformats.org/drawingml/2006/main" id="45" idx="3"/>
            <a:endCxn xmlns:a="http://schemas.openxmlformats.org/drawingml/2006/main" id="46" idx="1"/>
          </p:cNvCxnSpPr>
          <p:nvPr/>
        </p:nvCxnSpPr>
        <p:spPr>
          <a:xfrm xmlns:a="http://schemas.openxmlformats.org/drawingml/2006/main">
            <a:off x="2066925" y="5329238"/>
            <a:ext cx="276225"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5F75025E-EAEC-4E54-80AB-D69E42DC59D3}"/>
              </a:ext>
            </a:extLst>
          </p:cNvPr>
          <p:cNvCxnSpPr>
            <a:stCxn xmlns:a="http://schemas.openxmlformats.org/drawingml/2006/main" id="10" idx="3"/>
            <a:endCxn xmlns:a="http://schemas.openxmlformats.org/drawingml/2006/main" id="12" idx="1"/>
          </p:cNvCxnSpPr>
          <p:nvPr/>
        </p:nvCxnSpPr>
        <p:spPr>
          <a:xfrm xmlns:a="http://schemas.openxmlformats.org/drawingml/2006/main">
            <a:off x="9534525" y="2924175"/>
            <a:ext cx="161925" cy="0"/>
          </a:xfrm>
          <a:prstGeom xmlns:a="http://schemas.openxmlformats.org/drawingml/2006/main" prst="straightConnector1">
            <a:avLst/>
          </a:prstGeom>
          <a:ln xmlns:a="http://schemas.openxmlformats.org/drawingml/2006/main" w="19050">
            <a:solidFill>
              <a:srgbClr val="D4ED50"/>
            </a:solidFill>
            <a:prstDash val="solid"/>
            <a:tailEnd type="triangle" w="sm" len="sm"/>
          </a:ln>
        </p:spPr>
      </p:cxnSp>
      <p:cxnSp>
        <p:nvCxnSpPr>
          <p:cNvPr id="41" name="">
            <a:extLst xmlns:a="http://schemas.openxmlformats.org/drawingml/2006/main">
              <a:ext uri="{FF2B5EF4-FFF2-40B4-BE49-F238E27FC236}">
                <a16:creationId xmlns:a16="http://schemas.microsoft.com/office/drawing/2014/main" id="{2244CFB7-37EB-4A1C-AD4A-D036E2015180}"/>
              </a:ext>
            </a:extLst>
          </p:cNvPr>
          <p:cNvCxnSpPr>
            <a:stCxn xmlns:a="http://schemas.openxmlformats.org/drawingml/2006/main" id="8" idx="3"/>
            <a:endCxn xmlns:a="http://schemas.openxmlformats.org/drawingml/2006/main" id="10" idx="1"/>
          </p:cNvCxnSpPr>
          <p:nvPr/>
        </p:nvCxnSpPr>
        <p:spPr>
          <a:xfrm xmlns:a="http://schemas.openxmlformats.org/drawingml/2006/main">
            <a:off x="6972300" y="2924175"/>
            <a:ext cx="161925" cy="0"/>
          </a:xfrm>
          <a:prstGeom xmlns:a="http://schemas.openxmlformats.org/drawingml/2006/main" prst="straightConnector1">
            <a:avLst/>
          </a:prstGeom>
          <a:ln xmlns:a="http://schemas.openxmlformats.org/drawingml/2006/main" w="19050">
            <a:solidFill>
              <a:srgbClr val="A38AFF"/>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515D7236-4EF3-4B8E-9C01-980B47D41373}"/>
              </a:ext>
            </a:extLst>
          </p:cNvPr>
          <p:cNvCxnSpPr>
            <a:stCxn xmlns:a="http://schemas.openxmlformats.org/drawingml/2006/main" id="6" idx="3"/>
            <a:endCxn xmlns:a="http://schemas.openxmlformats.org/drawingml/2006/main" id="8" idx="1"/>
          </p:cNvCxnSpPr>
          <p:nvPr/>
        </p:nvCxnSpPr>
        <p:spPr>
          <a:xfrm xmlns:a="http://schemas.openxmlformats.org/drawingml/2006/main">
            <a:off x="4581525" y="2924175"/>
            <a:ext cx="161925" cy="0"/>
          </a:xfrm>
          <a:prstGeom xmlns:a="http://schemas.openxmlformats.org/drawingml/2006/main" prst="straightConnector1">
            <a:avLst/>
          </a:prstGeom>
          <a:ln xmlns:a="http://schemas.openxmlformats.org/drawingml/2006/main" w="19050">
            <a:solidFill>
              <a:srgbClr val="6877FF"/>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2901E190-8F35-4C29-A99F-A40747B5DA07}"/>
              </a:ext>
            </a:extLst>
          </p:cNvPr>
          <p:cNvCxnSpPr>
            <a:stCxn xmlns:a="http://schemas.openxmlformats.org/drawingml/2006/main" id="4" idx="3"/>
            <a:endCxn xmlns:a="http://schemas.openxmlformats.org/drawingml/2006/main" id="6" idx="1"/>
          </p:cNvCxnSpPr>
          <p:nvPr/>
        </p:nvCxnSpPr>
        <p:spPr>
          <a:xfrm xmlns:a="http://schemas.openxmlformats.org/drawingml/2006/main">
            <a:off x="2381250" y="2924175"/>
            <a:ext cx="161925" cy="0"/>
          </a:xfrm>
          <a:prstGeom xmlns:a="http://schemas.openxmlformats.org/drawingml/2006/main" prst="straightConnector1">
            <a:avLst/>
          </a:prstGeom>
          <a:ln xmlns:a="http://schemas.openxmlformats.org/drawingml/2006/main" w="19050">
            <a:solidFill>
              <a:srgbClr val="37C9C4"/>
            </a:solidFill>
            <a:prstDash val="solid"/>
            <a:tailEnd type="triangle" w="sm" len="sm"/>
          </a:ln>
        </p:spPr>
      </p:cxnSp>
      <p:sp>
        <p:nvSpPr>
          <p:cNvPr id="59" name="eyebrow-01  /  FULL SYSTEM">
            <a:extLst xmlns:a="http://schemas.openxmlformats.org/drawingml/2006/main">
              <a:ext uri="{FF2B5EF4-FFF2-40B4-BE49-F238E27FC236}">
                <a16:creationId xmlns:a16="http://schemas.microsoft.com/office/drawing/2014/main" id="{75B97638-5D84-4349-B8C0-BB5FE7A1FCFB}"/>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01  /  FULL SYSTEM</a:t>
            </a:r>
          </a:p>
        </p:txBody>
      </p:sp>
      <p:sp>
        <p:nvSpPr>
          <p:cNvPr id="2" name="title-01  /  FULL SYSTEM">
            <a:extLst xmlns:a="http://schemas.openxmlformats.org/drawingml/2006/main">
              <a:ext uri="{FF2B5EF4-FFF2-40B4-BE49-F238E27FC236}">
                <a16:creationId xmlns:a16="http://schemas.microsoft.com/office/drawing/2014/main" id="{98481711-EABF-4FE6-835A-B14008DE2F61}"/>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KODMOD System Architecture</a:t>
            </a:r>
          </a:p>
        </p:txBody>
      </p:sp>
      <p:sp>
        <p:nvSpPr>
          <p:cNvPr id="3" name="subtitle-01  /  FULL SYSTEM">
            <a:extLst xmlns:a="http://schemas.openxmlformats.org/drawingml/2006/main">
              <a:ext uri="{FF2B5EF4-FFF2-40B4-BE49-F238E27FC236}">
                <a16:creationId xmlns:a16="http://schemas.microsoft.com/office/drawing/2014/main" id="{457C9AC5-F56B-4E2C-A538-4FB02FE2B4BE}"/>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Accessible learning experience → application services → agentic learning → persistent knowledge.</a:t>
            </a:r>
          </a:p>
        </p:txBody>
      </p:sp>
      <p:sp>
        <p:nvSpPr>
          <p:cNvPr id="4" name="people-frame">
            <a:extLst xmlns:a="http://schemas.openxmlformats.org/drawingml/2006/main">
              <a:ext uri="{FF2B5EF4-FFF2-40B4-BE49-F238E27FC236}">
                <a16:creationId xmlns:a16="http://schemas.microsoft.com/office/drawing/2014/main" id="{7251CE0C-908C-479C-807E-2197DBF53462}"/>
              </a:ext>
            </a:extLst>
          </p:cNvPr>
          <p:cNvSpPr>
            <a:spLocks xmlns:a="http://schemas.openxmlformats.org/drawingml/2006/main" noGrp="1"/>
          </p:cNvSpPr>
          <p:nvPr/>
        </p:nvSpPr>
        <p:spPr>
          <a:xfrm xmlns:a="http://schemas.openxmlformats.org/drawingml/2006/main">
            <a:off x="514350" y="1562100"/>
            <a:ext cx="1866900" cy="2724150"/>
          </a:xfrm>
          <a:prstGeom xmlns:a="http://schemas.openxmlformats.org/drawingml/2006/main" prst="roundRect">
            <a:avLst>
              <a:gd name="adj" fmla="val 6122"/>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5" name="people-heading">
            <a:extLst xmlns:a="http://schemas.openxmlformats.org/drawingml/2006/main">
              <a:ext uri="{FF2B5EF4-FFF2-40B4-BE49-F238E27FC236}">
                <a16:creationId xmlns:a16="http://schemas.microsoft.com/office/drawing/2014/main" id="{979D25C5-6BA7-4CF4-B4C4-DEEF708005A7}"/>
              </a:ext>
            </a:extLst>
          </p:cNvPr>
          <p:cNvSpPr>
            <a:spLocks xmlns:a="http://schemas.openxmlformats.org/drawingml/2006/main" noGrp="1"/>
          </p:cNvSpPr>
          <p:nvPr/>
        </p:nvSpPr>
        <p:spPr>
          <a:xfrm xmlns:a="http://schemas.openxmlformats.org/drawingml/2006/main">
            <a:off x="647700" y="1676400"/>
            <a:ext cx="1600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PEOPLE &amp; INPUT</a:t>
            </a:r>
          </a:p>
        </p:txBody>
      </p:sp>
      <p:sp>
        <p:nvSpPr>
          <p:cNvPr id="6" name="web-frame">
            <a:extLst xmlns:a="http://schemas.openxmlformats.org/drawingml/2006/main">
              <a:ext uri="{FF2B5EF4-FFF2-40B4-BE49-F238E27FC236}">
                <a16:creationId xmlns:a16="http://schemas.microsoft.com/office/drawing/2014/main" id="{7FA364AD-B0ED-4BC9-A64A-70FE4003612E}"/>
              </a:ext>
            </a:extLst>
          </p:cNvPr>
          <p:cNvSpPr>
            <a:spLocks xmlns:a="http://schemas.openxmlformats.org/drawingml/2006/main" noGrp="1"/>
          </p:cNvSpPr>
          <p:nvPr/>
        </p:nvSpPr>
        <p:spPr>
          <a:xfrm xmlns:a="http://schemas.openxmlformats.org/drawingml/2006/main">
            <a:off x="2543175" y="1562100"/>
            <a:ext cx="2038350" cy="2724150"/>
          </a:xfrm>
          <a:prstGeom xmlns:a="http://schemas.openxmlformats.org/drawingml/2006/main" prst="roundRect">
            <a:avLst>
              <a:gd name="adj" fmla="val 5607"/>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7" name="web-heading">
            <a:extLst xmlns:a="http://schemas.openxmlformats.org/drawingml/2006/main">
              <a:ext uri="{FF2B5EF4-FFF2-40B4-BE49-F238E27FC236}">
                <a16:creationId xmlns:a16="http://schemas.microsoft.com/office/drawing/2014/main" id="{1924020B-47A3-4E3F-ABEB-A64D9170532B}"/>
              </a:ext>
            </a:extLst>
          </p:cNvPr>
          <p:cNvSpPr>
            <a:spLocks xmlns:a="http://schemas.openxmlformats.org/drawingml/2006/main" noGrp="1"/>
          </p:cNvSpPr>
          <p:nvPr/>
        </p:nvSpPr>
        <p:spPr>
          <a:xfrm xmlns:a="http://schemas.openxmlformats.org/drawingml/2006/main">
            <a:off x="2676525" y="1676400"/>
            <a:ext cx="1771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EXPERIENCE LAYER</a:t>
            </a:r>
          </a:p>
        </p:txBody>
      </p:sp>
      <p:sp>
        <p:nvSpPr>
          <p:cNvPr id="8" name="api-frame">
            <a:extLst xmlns:a="http://schemas.openxmlformats.org/drawingml/2006/main">
              <a:ext uri="{FF2B5EF4-FFF2-40B4-BE49-F238E27FC236}">
                <a16:creationId xmlns:a16="http://schemas.microsoft.com/office/drawing/2014/main" id="{861BAC5C-87B6-4007-9463-C5CF58C87273}"/>
              </a:ext>
            </a:extLst>
          </p:cNvPr>
          <p:cNvSpPr>
            <a:spLocks xmlns:a="http://schemas.openxmlformats.org/drawingml/2006/main" noGrp="1"/>
          </p:cNvSpPr>
          <p:nvPr/>
        </p:nvSpPr>
        <p:spPr>
          <a:xfrm xmlns:a="http://schemas.openxmlformats.org/drawingml/2006/main">
            <a:off x="4743450" y="1562100"/>
            <a:ext cx="2228850" cy="2724150"/>
          </a:xfrm>
          <a:prstGeom xmlns:a="http://schemas.openxmlformats.org/drawingml/2006/main" prst="roundRect">
            <a:avLst>
              <a:gd name="adj" fmla="val 5128"/>
            </a:avLst>
          </a:prstGeom>
          <a:solidFill xmlns:a="http://schemas.openxmlformats.org/drawingml/2006/main">
            <a:srgbClr val="0E1525">
              <a:alpha val="80000"/>
            </a:srgbClr>
          </a:solidFill>
          <a:ln xmlns:a="http://schemas.openxmlformats.org/drawingml/2006/main" w="14288">
            <a:solidFill>
              <a:srgbClr val="A38AFF"/>
            </a:solidFill>
            <a:prstDash val="dash"/>
          </a:ln>
        </p:spPr>
      </p:sp>
      <p:sp>
        <p:nvSpPr>
          <p:cNvPr id="9" name="api-heading">
            <a:extLst xmlns:a="http://schemas.openxmlformats.org/drawingml/2006/main">
              <a:ext uri="{FF2B5EF4-FFF2-40B4-BE49-F238E27FC236}">
                <a16:creationId xmlns:a16="http://schemas.microsoft.com/office/drawing/2014/main" id="{9ADCCE15-35BC-4E30-AF6D-C60146EDAF9B}"/>
              </a:ext>
            </a:extLst>
          </p:cNvPr>
          <p:cNvSpPr>
            <a:spLocks xmlns:a="http://schemas.openxmlformats.org/drawingml/2006/main" noGrp="1"/>
          </p:cNvSpPr>
          <p:nvPr/>
        </p:nvSpPr>
        <p:spPr>
          <a:xfrm xmlns:a="http://schemas.openxmlformats.org/drawingml/2006/main">
            <a:off x="4876800" y="1676400"/>
            <a:ext cx="1962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A38AFF"/>
                </a:solidFill>
                <a:latin typeface="Segoe UI"/>
                <a:ea typeface="Segoe UI"/>
                <a:cs typeface="Segoe UI"/>
              </a:defRPr>
            </a:defPPr>
            <a:lvl1pPr algn="l">
              <a:defRPr sz="975" b="1">
                <a:solidFill>
                  <a:srgbClr val="A38AFF"/>
                </a:solidFill>
                <a:latin typeface="Segoe UI"/>
                <a:ea typeface="Segoe UI"/>
                <a:cs typeface="Segoe UI"/>
              </a:defRPr>
            </a:lvl1pPr>
            <a:lvl2pPr algn="l">
              <a:defRPr sz="975" b="1">
                <a:solidFill>
                  <a:srgbClr val="A38AFF"/>
                </a:solidFill>
                <a:latin typeface="Segoe UI"/>
                <a:ea typeface="Segoe UI"/>
                <a:cs typeface="Segoe UI"/>
              </a:defRPr>
            </a:lvl2pPr>
            <a:lvl3pPr algn="l">
              <a:defRPr sz="975" b="1">
                <a:solidFill>
                  <a:srgbClr val="A38AFF"/>
                </a:solidFill>
                <a:latin typeface="Segoe UI"/>
                <a:ea typeface="Segoe UI"/>
                <a:cs typeface="Segoe UI"/>
              </a:defRPr>
            </a:lvl3pPr>
            <a:lvl4pPr algn="l">
              <a:defRPr sz="975" b="1">
                <a:solidFill>
                  <a:srgbClr val="A38AFF"/>
                </a:solidFill>
                <a:latin typeface="Segoe UI"/>
                <a:ea typeface="Segoe UI"/>
                <a:cs typeface="Segoe UI"/>
              </a:defRPr>
            </a:lvl4pPr>
            <a:lvl5pPr algn="l">
              <a:defRPr sz="975" b="1">
                <a:solidFill>
                  <a:srgbClr val="A38AFF"/>
                </a:solidFill>
                <a:latin typeface="Segoe UI"/>
                <a:ea typeface="Segoe UI"/>
                <a:cs typeface="Segoe UI"/>
              </a:defRPr>
            </a:lvl5pPr>
            <a:lvl6pPr algn="l">
              <a:defRPr sz="975" b="1">
                <a:solidFill>
                  <a:srgbClr val="A38AFF"/>
                </a:solidFill>
                <a:latin typeface="Segoe UI"/>
                <a:ea typeface="Segoe UI"/>
                <a:cs typeface="Segoe UI"/>
              </a:defRPr>
            </a:lvl6pPr>
            <a:lvl7pPr algn="l">
              <a:defRPr sz="975" b="1">
                <a:solidFill>
                  <a:srgbClr val="A38AFF"/>
                </a:solidFill>
                <a:latin typeface="Segoe UI"/>
                <a:ea typeface="Segoe UI"/>
                <a:cs typeface="Segoe UI"/>
              </a:defRPr>
            </a:lvl7pPr>
            <a:lvl8pPr algn="l">
              <a:defRPr sz="975" b="1">
                <a:solidFill>
                  <a:srgbClr val="A38AFF"/>
                </a:solidFill>
                <a:latin typeface="Segoe UI"/>
                <a:ea typeface="Segoe UI"/>
                <a:cs typeface="Segoe UI"/>
              </a:defRPr>
            </a:lvl8pPr>
            <a:lvl9pPr algn="l">
              <a:defRPr sz="975" b="1">
                <a:solidFill>
                  <a:srgbClr val="A38AFF"/>
                </a:solidFill>
                <a:latin typeface="Segoe UI"/>
                <a:ea typeface="Segoe UI"/>
                <a:cs typeface="Segoe UI"/>
              </a:defRPr>
            </a:lvl9pPr>
          </a:lstStyle>
          <a:p xmlns:a="http://schemas.openxmlformats.org/drawingml/2006/main">
            <a:pPr algn="l">
              <a:defRPr sz="975" b="1">
                <a:solidFill>
                  <a:srgbClr val="A38AFF"/>
                </a:solidFill>
                <a:latin typeface="Segoe UI"/>
                <a:ea typeface="Segoe UI"/>
                <a:cs typeface="Segoe UI"/>
              </a:defRPr>
            </a:pPr>
            <a:r>
              <a:rPr sz="975" b="1">
                <a:solidFill>
                  <a:srgbClr val="A38AFF"/>
                </a:solidFill>
                <a:latin typeface="Segoe UI"/>
                <a:ea typeface="Segoe UI"/>
                <a:cs typeface="Segoe UI"/>
              </a:rPr>
              <a:t>APPLICATION LAYER</a:t>
            </a:r>
          </a:p>
        </p:txBody>
      </p:sp>
      <p:sp>
        <p:nvSpPr>
          <p:cNvPr id="10" name="graph-frame">
            <a:extLst xmlns:a="http://schemas.openxmlformats.org/drawingml/2006/main">
              <a:ext uri="{FF2B5EF4-FFF2-40B4-BE49-F238E27FC236}">
                <a16:creationId xmlns:a16="http://schemas.microsoft.com/office/drawing/2014/main" id="{F21144BA-2BE1-472A-B402-7F7B15C81681}"/>
              </a:ext>
            </a:extLst>
          </p:cNvPr>
          <p:cNvSpPr>
            <a:spLocks xmlns:a="http://schemas.openxmlformats.org/drawingml/2006/main" noGrp="1"/>
          </p:cNvSpPr>
          <p:nvPr/>
        </p:nvSpPr>
        <p:spPr>
          <a:xfrm xmlns:a="http://schemas.openxmlformats.org/drawingml/2006/main">
            <a:off x="7134225" y="1562100"/>
            <a:ext cx="2400300" cy="2724150"/>
          </a:xfrm>
          <a:prstGeom xmlns:a="http://schemas.openxmlformats.org/drawingml/2006/main" prst="roundRect">
            <a:avLst>
              <a:gd name="adj" fmla="val 4762"/>
            </a:avLst>
          </a:prstGeom>
          <a:solidFill xmlns:a="http://schemas.openxmlformats.org/drawingml/2006/main">
            <a:srgbClr val="0E1525">
              <a:alpha val="80000"/>
            </a:srgbClr>
          </a:solidFill>
          <a:ln xmlns:a="http://schemas.openxmlformats.org/drawingml/2006/main" w="14288">
            <a:solidFill>
              <a:srgbClr val="D4ED50"/>
            </a:solidFill>
            <a:prstDash val="dash"/>
          </a:ln>
        </p:spPr>
      </p:sp>
      <p:sp>
        <p:nvSpPr>
          <p:cNvPr id="11" name="graph-heading">
            <a:extLst xmlns:a="http://schemas.openxmlformats.org/drawingml/2006/main">
              <a:ext uri="{FF2B5EF4-FFF2-40B4-BE49-F238E27FC236}">
                <a16:creationId xmlns:a16="http://schemas.microsoft.com/office/drawing/2014/main" id="{75070002-E33D-47C9-BFE6-90EC104618D6}"/>
              </a:ext>
            </a:extLst>
          </p:cNvPr>
          <p:cNvSpPr>
            <a:spLocks xmlns:a="http://schemas.openxmlformats.org/drawingml/2006/main" noGrp="1"/>
          </p:cNvSpPr>
          <p:nvPr/>
        </p:nvSpPr>
        <p:spPr>
          <a:xfrm xmlns:a="http://schemas.openxmlformats.org/drawingml/2006/main">
            <a:off x="7267575" y="1676400"/>
            <a:ext cx="2133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D4ED50"/>
                </a:solidFill>
                <a:latin typeface="Segoe UI"/>
                <a:ea typeface="Segoe UI"/>
                <a:cs typeface="Segoe UI"/>
              </a:defRPr>
            </a:defPPr>
            <a:lvl1pPr algn="l">
              <a:defRPr sz="975" b="1">
                <a:solidFill>
                  <a:srgbClr val="D4ED50"/>
                </a:solidFill>
                <a:latin typeface="Segoe UI"/>
                <a:ea typeface="Segoe UI"/>
                <a:cs typeface="Segoe UI"/>
              </a:defRPr>
            </a:lvl1pPr>
            <a:lvl2pPr algn="l">
              <a:defRPr sz="975" b="1">
                <a:solidFill>
                  <a:srgbClr val="D4ED50"/>
                </a:solidFill>
                <a:latin typeface="Segoe UI"/>
                <a:ea typeface="Segoe UI"/>
                <a:cs typeface="Segoe UI"/>
              </a:defRPr>
            </a:lvl2pPr>
            <a:lvl3pPr algn="l">
              <a:defRPr sz="975" b="1">
                <a:solidFill>
                  <a:srgbClr val="D4ED50"/>
                </a:solidFill>
                <a:latin typeface="Segoe UI"/>
                <a:ea typeface="Segoe UI"/>
                <a:cs typeface="Segoe UI"/>
              </a:defRPr>
            </a:lvl3pPr>
            <a:lvl4pPr algn="l">
              <a:defRPr sz="975" b="1">
                <a:solidFill>
                  <a:srgbClr val="D4ED50"/>
                </a:solidFill>
                <a:latin typeface="Segoe UI"/>
                <a:ea typeface="Segoe UI"/>
                <a:cs typeface="Segoe UI"/>
              </a:defRPr>
            </a:lvl4pPr>
            <a:lvl5pPr algn="l">
              <a:defRPr sz="975" b="1">
                <a:solidFill>
                  <a:srgbClr val="D4ED50"/>
                </a:solidFill>
                <a:latin typeface="Segoe UI"/>
                <a:ea typeface="Segoe UI"/>
                <a:cs typeface="Segoe UI"/>
              </a:defRPr>
            </a:lvl5pPr>
            <a:lvl6pPr algn="l">
              <a:defRPr sz="975" b="1">
                <a:solidFill>
                  <a:srgbClr val="D4ED50"/>
                </a:solidFill>
                <a:latin typeface="Segoe UI"/>
                <a:ea typeface="Segoe UI"/>
                <a:cs typeface="Segoe UI"/>
              </a:defRPr>
            </a:lvl6pPr>
            <a:lvl7pPr algn="l">
              <a:defRPr sz="975" b="1">
                <a:solidFill>
                  <a:srgbClr val="D4ED50"/>
                </a:solidFill>
                <a:latin typeface="Segoe UI"/>
                <a:ea typeface="Segoe UI"/>
                <a:cs typeface="Segoe UI"/>
              </a:defRPr>
            </a:lvl7pPr>
            <a:lvl8pPr algn="l">
              <a:defRPr sz="975" b="1">
                <a:solidFill>
                  <a:srgbClr val="D4ED50"/>
                </a:solidFill>
                <a:latin typeface="Segoe UI"/>
                <a:ea typeface="Segoe UI"/>
                <a:cs typeface="Segoe UI"/>
              </a:defRPr>
            </a:lvl8pPr>
            <a:lvl9pPr algn="l">
              <a:defRPr sz="975" b="1">
                <a:solidFill>
                  <a:srgbClr val="D4ED50"/>
                </a:solidFill>
                <a:latin typeface="Segoe UI"/>
                <a:ea typeface="Segoe UI"/>
                <a:cs typeface="Segoe UI"/>
              </a:defRPr>
            </a:lvl9pPr>
          </a:lstStyle>
          <a:p xmlns:a="http://schemas.openxmlformats.org/drawingml/2006/main">
            <a:pPr algn="l">
              <a:defRPr sz="975" b="1">
                <a:solidFill>
                  <a:srgbClr val="D4ED50"/>
                </a:solidFill>
                <a:latin typeface="Segoe UI"/>
                <a:ea typeface="Segoe UI"/>
                <a:cs typeface="Segoe UI"/>
              </a:defRPr>
            </a:pPr>
            <a:r>
              <a:rPr sz="975" b="1">
                <a:solidFill>
                  <a:srgbClr val="D4ED50"/>
                </a:solidFill>
                <a:latin typeface="Segoe UI"/>
                <a:ea typeface="Segoe UI"/>
                <a:cs typeface="Segoe UI"/>
              </a:rPr>
              <a:t>AGENTIC RUNTIME</a:t>
            </a:r>
          </a:p>
        </p:txBody>
      </p:sp>
      <p:sp>
        <p:nvSpPr>
          <p:cNvPr id="12" name="data-frame">
            <a:extLst xmlns:a="http://schemas.openxmlformats.org/drawingml/2006/main">
              <a:ext uri="{FF2B5EF4-FFF2-40B4-BE49-F238E27FC236}">
                <a16:creationId xmlns:a16="http://schemas.microsoft.com/office/drawing/2014/main" id="{76DA53FA-8CB8-44D1-89E3-C2F2477115F7}"/>
              </a:ext>
            </a:extLst>
          </p:cNvPr>
          <p:cNvSpPr>
            <a:spLocks xmlns:a="http://schemas.openxmlformats.org/drawingml/2006/main" noGrp="1"/>
          </p:cNvSpPr>
          <p:nvPr/>
        </p:nvSpPr>
        <p:spPr>
          <a:xfrm xmlns:a="http://schemas.openxmlformats.org/drawingml/2006/main">
            <a:off x="9696450" y="1562100"/>
            <a:ext cx="1981200" cy="2724150"/>
          </a:xfrm>
          <a:prstGeom xmlns:a="http://schemas.openxmlformats.org/drawingml/2006/main" prst="roundRect">
            <a:avLst>
              <a:gd name="adj" fmla="val 5769"/>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3" name="data-heading">
            <a:extLst xmlns:a="http://schemas.openxmlformats.org/drawingml/2006/main">
              <a:ext uri="{FF2B5EF4-FFF2-40B4-BE49-F238E27FC236}">
                <a16:creationId xmlns:a16="http://schemas.microsoft.com/office/drawing/2014/main" id="{D2677151-1321-4371-8581-404519DE4676}"/>
              </a:ext>
            </a:extLst>
          </p:cNvPr>
          <p:cNvSpPr>
            <a:spLocks xmlns:a="http://schemas.openxmlformats.org/drawingml/2006/main" noGrp="1"/>
          </p:cNvSpPr>
          <p:nvPr/>
        </p:nvSpPr>
        <p:spPr>
          <a:xfrm xmlns:a="http://schemas.openxmlformats.org/drawingml/2006/main">
            <a:off x="9829800" y="167640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DATA &amp; MODELS</a:t>
            </a:r>
          </a:p>
        </p:txBody>
      </p:sp>
      <p:sp>
        <p:nvSpPr>
          <p:cNvPr id="14" name="people-title">
            <a:extLst xmlns:a="http://schemas.openxmlformats.org/drawingml/2006/main">
              <a:ext uri="{FF2B5EF4-FFF2-40B4-BE49-F238E27FC236}">
                <a16:creationId xmlns:a16="http://schemas.microsoft.com/office/drawing/2014/main" id="{D1011FD2-455A-4AF4-A9CD-965AF2FB3480}"/>
              </a:ext>
            </a:extLst>
          </p:cNvPr>
          <p:cNvSpPr>
            <a:spLocks xmlns:a="http://schemas.openxmlformats.org/drawingml/2006/main" noGrp="1"/>
          </p:cNvSpPr>
          <p:nvPr/>
        </p:nvSpPr>
        <p:spPr>
          <a:xfrm xmlns:a="http://schemas.openxmlformats.org/drawingml/2006/main">
            <a:off x="685800" y="1971675"/>
            <a:ext cx="1524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Student</a:t>
            </a:r>
          </a:p>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Teacher</a:t>
            </a:r>
          </a:p>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Admin</a:t>
            </a:r>
          </a:p>
        </p:txBody>
      </p:sp>
      <p:sp>
        <p:nvSpPr>
          <p:cNvPr id="15" name="people-detail">
            <a:extLst xmlns:a="http://schemas.openxmlformats.org/drawingml/2006/main">
              <a:ext uri="{FF2B5EF4-FFF2-40B4-BE49-F238E27FC236}">
                <a16:creationId xmlns:a16="http://schemas.microsoft.com/office/drawing/2014/main" id="{22BEC022-8D5E-496E-93BB-6F62B36B18A8}"/>
              </a:ext>
            </a:extLst>
          </p:cNvPr>
          <p:cNvSpPr>
            <a:spLocks xmlns:a="http://schemas.openxmlformats.org/drawingml/2006/main" noGrp="1"/>
          </p:cNvSpPr>
          <p:nvPr/>
        </p:nvSpPr>
        <p:spPr>
          <a:xfrm xmlns:a="http://schemas.openxmlformats.org/drawingml/2006/main">
            <a:off x="685800" y="3048000"/>
            <a:ext cx="1524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Text or voice turn</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Accessible reading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Classroom learning</a:t>
            </a:r>
          </a:p>
        </p:txBody>
      </p:sp>
      <p:sp>
        <p:nvSpPr>
          <p:cNvPr id="16" name="nextjs-logo-tile">
            <a:extLst xmlns:a="http://schemas.openxmlformats.org/drawingml/2006/main">
              <a:ext uri="{FF2B5EF4-FFF2-40B4-BE49-F238E27FC236}">
                <a16:creationId xmlns:a16="http://schemas.microsoft.com/office/drawing/2014/main" id="{FDD0FBD0-7998-4EDD-A494-AFB4153523DB}"/>
              </a:ext>
            </a:extLst>
          </p:cNvPr>
          <p:cNvSpPr>
            <a:spLocks xmlns:a="http://schemas.openxmlformats.org/drawingml/2006/main" noGrp="1"/>
          </p:cNvSpPr>
          <p:nvPr/>
        </p:nvSpPr>
        <p:spPr>
          <a:xfrm xmlns:a="http://schemas.openxmlformats.org/drawingml/2006/main">
            <a:off x="2714625"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17" name="">
            <a:extLst xmlns:a="http://schemas.openxmlformats.org/drawingml/2006/main">
              <a:ext uri="{FF2B5EF4-FFF2-40B4-BE49-F238E27FC236}">
                <a16:creationId xmlns:a16="http://schemas.microsoft.com/office/drawing/2014/main" id="{3B14F4C8-8181-43BD-81A9-D12BA334934A}"/>
              </a:ext>
            </a:extLst>
          </p:cNvPr>
          <p:cNvPicPr>
            <a:picLocks xmlns:a="http://schemas.openxmlformats.org/drawingml/2006/main" noChangeAspect="1"/>
          </p:cNvPicPr>
          <p:nvPr/>
        </p:nvPicPr>
        <p:blipFill>
          <a:blip xmlns:r="http://schemas.openxmlformats.org/officeDocument/2006/relationships" xmlns:a="http://schemas.openxmlformats.org/drawingml/2006/main" r:embed="Rcba33b166482445f">
            <a:extLst>
              <a:ext uri="{96DAC541-7B7A-43D3-8B79-37D633B846F1}">
                <asvg:svgBlip xmlns:asvg="http://schemas.microsoft.com/office/drawing/2016/SVG/main" r:embed="R2aa9390447d947e2"/>
              </a:ext>
            </a:extLst>
          </a:blip>
          <a:stretch xmlns:a="http://schemas.openxmlformats.org/drawingml/2006/main"/>
        </p:blipFill>
        <p:spPr>
          <a:xfrm xmlns:a="http://schemas.openxmlformats.org/drawingml/2006/main">
            <a:off x="2762250" y="2028825"/>
            <a:ext cx="180975" cy="180975"/>
          </a:xfrm>
          <a:prstGeom xmlns:a="http://schemas.openxmlformats.org/drawingml/2006/main" prst="rect">
            <a:avLst/>
          </a:prstGeom>
        </p:spPr>
      </p:pic>
      <p:sp>
        <p:nvSpPr>
          <p:cNvPr id="18" name="web-title">
            <a:extLst xmlns:a="http://schemas.openxmlformats.org/drawingml/2006/main">
              <a:ext uri="{FF2B5EF4-FFF2-40B4-BE49-F238E27FC236}">
                <a16:creationId xmlns:a16="http://schemas.microsoft.com/office/drawing/2014/main" id="{C5CE54C1-96B0-497F-8692-227768470A3F}"/>
              </a:ext>
            </a:extLst>
          </p:cNvPr>
          <p:cNvSpPr>
            <a:spLocks xmlns:a="http://schemas.openxmlformats.org/drawingml/2006/main" noGrp="1"/>
          </p:cNvSpPr>
          <p:nvPr/>
        </p:nvSpPr>
        <p:spPr>
          <a:xfrm xmlns:a="http://schemas.openxmlformats.org/drawingml/2006/main">
            <a:off x="3057525" y="1971675"/>
            <a:ext cx="1352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Next.js Web</a:t>
            </a:r>
          </a:p>
        </p:txBody>
      </p:sp>
      <p:sp>
        <p:nvSpPr>
          <p:cNvPr id="19" name="web-detail">
            <a:extLst xmlns:a="http://schemas.openxmlformats.org/drawingml/2006/main">
              <a:ext uri="{FF2B5EF4-FFF2-40B4-BE49-F238E27FC236}">
                <a16:creationId xmlns:a16="http://schemas.microsoft.com/office/drawing/2014/main" id="{877F3B1C-3E31-4C5D-A645-4823A152AEB1}"/>
              </a:ext>
            </a:extLst>
          </p:cNvPr>
          <p:cNvSpPr>
            <a:spLocks xmlns:a="http://schemas.openxmlformats.org/drawingml/2006/main" noGrp="1"/>
          </p:cNvSpPr>
          <p:nvPr/>
        </p:nvSpPr>
        <p:spPr>
          <a:xfrm xmlns:a="http://schemas.openxmlformats.org/drawingml/2006/main">
            <a:off x="2714625" y="2390775"/>
            <a:ext cx="16954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App Router</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Role-specific views</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Session &amp; cookie</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Server API / WS proxies</a:t>
            </a:r>
          </a:p>
        </p:txBody>
      </p:sp>
      <p:sp>
        <p:nvSpPr>
          <p:cNvPr id="20" name="fastapi-logo-tile">
            <a:extLst xmlns:a="http://schemas.openxmlformats.org/drawingml/2006/main">
              <a:ext uri="{FF2B5EF4-FFF2-40B4-BE49-F238E27FC236}">
                <a16:creationId xmlns:a16="http://schemas.microsoft.com/office/drawing/2014/main" id="{9E8EA706-4AAE-4541-B1EB-04812DECC435}"/>
              </a:ext>
            </a:extLst>
          </p:cNvPr>
          <p:cNvSpPr>
            <a:spLocks xmlns:a="http://schemas.openxmlformats.org/drawingml/2006/main" noGrp="1"/>
          </p:cNvSpPr>
          <p:nvPr/>
        </p:nvSpPr>
        <p:spPr>
          <a:xfrm xmlns:a="http://schemas.openxmlformats.org/drawingml/2006/main">
            <a:off x="4914900"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1" name="">
            <a:extLst xmlns:a="http://schemas.openxmlformats.org/drawingml/2006/main">
              <a:ext uri="{FF2B5EF4-FFF2-40B4-BE49-F238E27FC236}">
                <a16:creationId xmlns:a16="http://schemas.microsoft.com/office/drawing/2014/main" id="{10F63333-F5B9-4B3F-B2C9-D29CFB10BAEB}"/>
              </a:ext>
            </a:extLst>
          </p:cNvPr>
          <p:cNvPicPr>
            <a:picLocks xmlns:a="http://schemas.openxmlformats.org/drawingml/2006/main" noChangeAspect="1"/>
          </p:cNvPicPr>
          <p:nvPr/>
        </p:nvPicPr>
        <p:blipFill>
          <a:blip xmlns:r="http://schemas.openxmlformats.org/officeDocument/2006/relationships" xmlns:a="http://schemas.openxmlformats.org/drawingml/2006/main" r:embed="Re5fe6d8c7e7e4aae">
            <a:extLst>
              <a:ext uri="{96DAC541-7B7A-43D3-8B79-37D633B846F1}">
                <asvg:svgBlip xmlns:asvg="http://schemas.microsoft.com/office/drawing/2016/SVG/main" r:embed="Rcaa47210d810497e"/>
              </a:ext>
            </a:extLst>
          </a:blip>
          <a:stretch xmlns:a="http://schemas.openxmlformats.org/drawingml/2006/main"/>
        </p:blipFill>
        <p:spPr>
          <a:xfrm xmlns:a="http://schemas.openxmlformats.org/drawingml/2006/main">
            <a:off x="4962525" y="2028825"/>
            <a:ext cx="180975" cy="180975"/>
          </a:xfrm>
          <a:prstGeom xmlns:a="http://schemas.openxmlformats.org/drawingml/2006/main" prst="rect">
            <a:avLst/>
          </a:prstGeom>
        </p:spPr>
      </p:pic>
      <p:sp>
        <p:nvSpPr>
          <p:cNvPr id="22" name="api-title">
            <a:extLst xmlns:a="http://schemas.openxmlformats.org/drawingml/2006/main">
              <a:ext uri="{FF2B5EF4-FFF2-40B4-BE49-F238E27FC236}">
                <a16:creationId xmlns:a16="http://schemas.microsoft.com/office/drawing/2014/main" id="{435E5AFC-704E-4304-BCF3-DF9A7728BFB7}"/>
              </a:ext>
            </a:extLst>
          </p:cNvPr>
          <p:cNvSpPr>
            <a:spLocks xmlns:a="http://schemas.openxmlformats.org/drawingml/2006/main" noGrp="1"/>
          </p:cNvSpPr>
          <p:nvPr/>
        </p:nvSpPr>
        <p:spPr>
          <a:xfrm xmlns:a="http://schemas.openxmlformats.org/drawingml/2006/main">
            <a:off x="5257800" y="1971675"/>
            <a:ext cx="1543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FastAPI</a:t>
            </a:r>
          </a:p>
        </p:txBody>
      </p:sp>
      <p:sp>
        <p:nvSpPr>
          <p:cNvPr id="23" name="api-detail">
            <a:extLst xmlns:a="http://schemas.openxmlformats.org/drawingml/2006/main">
              <a:ext uri="{FF2B5EF4-FFF2-40B4-BE49-F238E27FC236}">
                <a16:creationId xmlns:a16="http://schemas.microsoft.com/office/drawing/2014/main" id="{352731EA-9E4A-4E1D-8AF6-47FF91A30E82}"/>
              </a:ext>
            </a:extLst>
          </p:cNvPr>
          <p:cNvSpPr>
            <a:spLocks xmlns:a="http://schemas.openxmlformats.org/drawingml/2006/main" noGrp="1"/>
          </p:cNvSpPr>
          <p:nvPr/>
        </p:nvSpPr>
        <p:spPr>
          <a:xfrm xmlns:a="http://schemas.openxmlformats.org/drawingml/2006/main">
            <a:off x="4914900" y="2390775"/>
            <a:ext cx="18859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a:solidFill>
                  <a:srgbClr val="CFD7E6"/>
                </a:solidFill>
                <a:latin typeface="Segoe UI"/>
                <a:ea typeface="Segoe UI"/>
                <a:cs typeface="Segoe UI"/>
              </a:defRPr>
            </a:defPPr>
            <a:lvl1pPr algn="l">
              <a:defRPr sz="1313">
                <a:solidFill>
                  <a:srgbClr val="CFD7E6"/>
                </a:solidFill>
                <a:latin typeface="Segoe UI"/>
                <a:ea typeface="Segoe UI"/>
                <a:cs typeface="Segoe UI"/>
              </a:defRPr>
            </a:lvl1pPr>
            <a:lvl2pPr algn="l">
              <a:defRPr sz="1313">
                <a:solidFill>
                  <a:srgbClr val="CFD7E6"/>
                </a:solidFill>
                <a:latin typeface="Segoe UI"/>
                <a:ea typeface="Segoe UI"/>
                <a:cs typeface="Segoe UI"/>
              </a:defRPr>
            </a:lvl2pPr>
            <a:lvl3pPr algn="l">
              <a:defRPr sz="1313">
                <a:solidFill>
                  <a:srgbClr val="CFD7E6"/>
                </a:solidFill>
                <a:latin typeface="Segoe UI"/>
                <a:ea typeface="Segoe UI"/>
                <a:cs typeface="Segoe UI"/>
              </a:defRPr>
            </a:lvl3pPr>
            <a:lvl4pPr algn="l">
              <a:defRPr sz="1313">
                <a:solidFill>
                  <a:srgbClr val="CFD7E6"/>
                </a:solidFill>
                <a:latin typeface="Segoe UI"/>
                <a:ea typeface="Segoe UI"/>
                <a:cs typeface="Segoe UI"/>
              </a:defRPr>
            </a:lvl4pPr>
            <a:lvl5pPr algn="l">
              <a:defRPr sz="1313">
                <a:solidFill>
                  <a:srgbClr val="CFD7E6"/>
                </a:solidFill>
                <a:latin typeface="Segoe UI"/>
                <a:ea typeface="Segoe UI"/>
                <a:cs typeface="Segoe UI"/>
              </a:defRPr>
            </a:lvl5pPr>
            <a:lvl6pPr algn="l">
              <a:defRPr sz="1313">
                <a:solidFill>
                  <a:srgbClr val="CFD7E6"/>
                </a:solidFill>
                <a:latin typeface="Segoe UI"/>
                <a:ea typeface="Segoe UI"/>
                <a:cs typeface="Segoe UI"/>
              </a:defRPr>
            </a:lvl6pPr>
            <a:lvl7pPr algn="l">
              <a:defRPr sz="1313">
                <a:solidFill>
                  <a:srgbClr val="CFD7E6"/>
                </a:solidFill>
                <a:latin typeface="Segoe UI"/>
                <a:ea typeface="Segoe UI"/>
                <a:cs typeface="Segoe UI"/>
              </a:defRPr>
            </a:lvl7pPr>
            <a:lvl8pPr algn="l">
              <a:defRPr sz="1313">
                <a:solidFill>
                  <a:srgbClr val="CFD7E6"/>
                </a:solidFill>
                <a:latin typeface="Segoe UI"/>
                <a:ea typeface="Segoe UI"/>
                <a:cs typeface="Segoe UI"/>
              </a:defRPr>
            </a:lvl8pPr>
            <a:lvl9pPr algn="l">
              <a:defRPr sz="1313">
                <a:solidFill>
                  <a:srgbClr val="CFD7E6"/>
                </a:solidFill>
                <a:latin typeface="Segoe UI"/>
                <a:ea typeface="Segoe UI"/>
                <a:cs typeface="Segoe UI"/>
              </a:defRPr>
            </a:lvl9pPr>
          </a:lstStyle>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REST + WebSocket</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Role-scoped routes</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Chat · learning · quiz</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Classes · analytics · admin</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Voice endpoints</a:t>
            </a:r>
          </a:p>
        </p:txBody>
      </p:sp>
      <p:sp>
        <p:nvSpPr>
          <p:cNvPr id="24" name="langgraph-logo-tile">
            <a:extLst xmlns:a="http://schemas.openxmlformats.org/drawingml/2006/main">
              <a:ext uri="{FF2B5EF4-FFF2-40B4-BE49-F238E27FC236}">
                <a16:creationId xmlns:a16="http://schemas.microsoft.com/office/drawing/2014/main" id="{9F21ED29-81F6-4180-B34B-912726D20E07}"/>
              </a:ext>
            </a:extLst>
          </p:cNvPr>
          <p:cNvSpPr>
            <a:spLocks xmlns:a="http://schemas.openxmlformats.org/drawingml/2006/main" noGrp="1"/>
          </p:cNvSpPr>
          <p:nvPr/>
        </p:nvSpPr>
        <p:spPr>
          <a:xfrm xmlns:a="http://schemas.openxmlformats.org/drawingml/2006/main">
            <a:off x="7305675" y="1981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5" name="">
            <a:extLst xmlns:a="http://schemas.openxmlformats.org/drawingml/2006/main">
              <a:ext uri="{FF2B5EF4-FFF2-40B4-BE49-F238E27FC236}">
                <a16:creationId xmlns:a16="http://schemas.microsoft.com/office/drawing/2014/main" id="{B7417071-F667-47FC-860C-E1AF3D868312}"/>
              </a:ext>
            </a:extLst>
          </p:cNvPr>
          <p:cNvPicPr>
            <a:picLocks xmlns:a="http://schemas.openxmlformats.org/drawingml/2006/main" noChangeAspect="1"/>
          </p:cNvPicPr>
          <p:nvPr/>
        </p:nvPicPr>
        <p:blipFill>
          <a:blip xmlns:r="http://schemas.openxmlformats.org/officeDocument/2006/relationships" xmlns:a="http://schemas.openxmlformats.org/drawingml/2006/main" r:embed="R4cfe217e58f948d8">
            <a:extLst>
              <a:ext uri="{96DAC541-7B7A-43D3-8B79-37D633B846F1}">
                <asvg:svgBlip xmlns:asvg="http://schemas.microsoft.com/office/drawing/2016/SVG/main" r:embed="R84e9c9c703da4f2f"/>
              </a:ext>
            </a:extLst>
          </a:blip>
          <a:stretch xmlns:a="http://schemas.openxmlformats.org/drawingml/2006/main"/>
        </p:blipFill>
        <p:spPr>
          <a:xfrm xmlns:a="http://schemas.openxmlformats.org/drawingml/2006/main">
            <a:off x="7353300" y="2028825"/>
            <a:ext cx="180975" cy="180975"/>
          </a:xfrm>
          <a:prstGeom xmlns:a="http://schemas.openxmlformats.org/drawingml/2006/main" prst="rect">
            <a:avLst/>
          </a:prstGeom>
        </p:spPr>
      </p:pic>
      <p:sp>
        <p:nvSpPr>
          <p:cNvPr id="26" name="graph-title">
            <a:extLst xmlns:a="http://schemas.openxmlformats.org/drawingml/2006/main">
              <a:ext uri="{FF2B5EF4-FFF2-40B4-BE49-F238E27FC236}">
                <a16:creationId xmlns:a16="http://schemas.microsoft.com/office/drawing/2014/main" id="{1E738CFA-4B50-4625-B3D8-D8E6B485F282}"/>
              </a:ext>
            </a:extLst>
          </p:cNvPr>
          <p:cNvSpPr>
            <a:spLocks xmlns:a="http://schemas.openxmlformats.org/drawingml/2006/main" noGrp="1"/>
          </p:cNvSpPr>
          <p:nvPr/>
        </p:nvSpPr>
        <p:spPr>
          <a:xfrm xmlns:a="http://schemas.openxmlformats.org/drawingml/2006/main">
            <a:off x="7648575" y="19716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F5F7FC"/>
                </a:solidFill>
                <a:latin typeface="Segoe UI"/>
                <a:ea typeface="Segoe UI"/>
                <a:cs typeface="Segoe UI"/>
              </a:defRPr>
            </a:defPPr>
            <a:lvl1pPr algn="l">
              <a:defRPr sz="1800" b="1">
                <a:solidFill>
                  <a:srgbClr val="F5F7FC"/>
                </a:solidFill>
                <a:latin typeface="Segoe UI"/>
                <a:ea typeface="Segoe UI"/>
                <a:cs typeface="Segoe UI"/>
              </a:defRPr>
            </a:lvl1pPr>
            <a:lvl2pPr algn="l">
              <a:defRPr sz="1800" b="1">
                <a:solidFill>
                  <a:srgbClr val="F5F7FC"/>
                </a:solidFill>
                <a:latin typeface="Segoe UI"/>
                <a:ea typeface="Segoe UI"/>
                <a:cs typeface="Segoe UI"/>
              </a:defRPr>
            </a:lvl2pPr>
            <a:lvl3pPr algn="l">
              <a:defRPr sz="1800" b="1">
                <a:solidFill>
                  <a:srgbClr val="F5F7FC"/>
                </a:solidFill>
                <a:latin typeface="Segoe UI"/>
                <a:ea typeface="Segoe UI"/>
                <a:cs typeface="Segoe UI"/>
              </a:defRPr>
            </a:lvl3pPr>
            <a:lvl4pPr algn="l">
              <a:defRPr sz="1800" b="1">
                <a:solidFill>
                  <a:srgbClr val="F5F7FC"/>
                </a:solidFill>
                <a:latin typeface="Segoe UI"/>
                <a:ea typeface="Segoe UI"/>
                <a:cs typeface="Segoe UI"/>
              </a:defRPr>
            </a:lvl4pPr>
            <a:lvl5pPr algn="l">
              <a:defRPr sz="1800" b="1">
                <a:solidFill>
                  <a:srgbClr val="F5F7FC"/>
                </a:solidFill>
                <a:latin typeface="Segoe UI"/>
                <a:ea typeface="Segoe UI"/>
                <a:cs typeface="Segoe UI"/>
              </a:defRPr>
            </a:lvl5pPr>
            <a:lvl6pPr algn="l">
              <a:defRPr sz="1800" b="1">
                <a:solidFill>
                  <a:srgbClr val="F5F7FC"/>
                </a:solidFill>
                <a:latin typeface="Segoe UI"/>
                <a:ea typeface="Segoe UI"/>
                <a:cs typeface="Segoe UI"/>
              </a:defRPr>
            </a:lvl6pPr>
            <a:lvl7pPr algn="l">
              <a:defRPr sz="1800" b="1">
                <a:solidFill>
                  <a:srgbClr val="F5F7FC"/>
                </a:solidFill>
                <a:latin typeface="Segoe UI"/>
                <a:ea typeface="Segoe UI"/>
                <a:cs typeface="Segoe UI"/>
              </a:defRPr>
            </a:lvl7pPr>
            <a:lvl8pPr algn="l">
              <a:defRPr sz="1800" b="1">
                <a:solidFill>
                  <a:srgbClr val="F5F7FC"/>
                </a:solidFill>
                <a:latin typeface="Segoe UI"/>
                <a:ea typeface="Segoe UI"/>
                <a:cs typeface="Segoe UI"/>
              </a:defRPr>
            </a:lvl8pPr>
            <a:lvl9pPr algn="l">
              <a:defRPr sz="1800" b="1">
                <a:solidFill>
                  <a:srgbClr val="F5F7FC"/>
                </a:solidFill>
                <a:latin typeface="Segoe UI"/>
                <a:ea typeface="Segoe UI"/>
                <a:cs typeface="Segoe UI"/>
              </a:defRPr>
            </a:lvl9pPr>
          </a:lstStyle>
          <a:p xmlns:a="http://schemas.openxmlformats.org/drawingml/2006/main">
            <a:pPr algn="l">
              <a:defRPr sz="1800" b="1">
                <a:solidFill>
                  <a:srgbClr val="F5F7FC"/>
                </a:solidFill>
                <a:latin typeface="Segoe UI"/>
                <a:ea typeface="Segoe UI"/>
                <a:cs typeface="Segoe UI"/>
              </a:defRPr>
            </a:pPr>
            <a:r>
              <a:rPr sz="1800" b="1">
                <a:solidFill>
                  <a:srgbClr val="F5F7FC"/>
                </a:solidFill>
                <a:latin typeface="Segoe UI"/>
                <a:ea typeface="Segoe UI"/>
                <a:cs typeface="Segoe UI"/>
              </a:rPr>
              <a:t>LangGraph</a:t>
            </a:r>
          </a:p>
        </p:txBody>
      </p:sp>
      <p:sp>
        <p:nvSpPr>
          <p:cNvPr id="27" name="graph-detail">
            <a:extLst xmlns:a="http://schemas.openxmlformats.org/drawingml/2006/main">
              <a:ext uri="{FF2B5EF4-FFF2-40B4-BE49-F238E27FC236}">
                <a16:creationId xmlns:a16="http://schemas.microsoft.com/office/drawing/2014/main" id="{EC4FC065-5A27-4944-995F-AE6E24A37FF1}"/>
              </a:ext>
            </a:extLst>
          </p:cNvPr>
          <p:cNvSpPr>
            <a:spLocks xmlns:a="http://schemas.openxmlformats.org/drawingml/2006/main" noGrp="1"/>
          </p:cNvSpPr>
          <p:nvPr/>
        </p:nvSpPr>
        <p:spPr>
          <a:xfrm xmlns:a="http://schemas.openxmlformats.org/drawingml/2006/main">
            <a:off x="7305675" y="2390775"/>
            <a:ext cx="20574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a:solidFill>
                  <a:srgbClr val="CFD7E6"/>
                </a:solidFill>
                <a:latin typeface="Segoe UI"/>
                <a:ea typeface="Segoe UI"/>
                <a:cs typeface="Segoe UI"/>
              </a:defRPr>
            </a:defPPr>
            <a:lvl1pPr algn="l">
              <a:defRPr sz="1350">
                <a:solidFill>
                  <a:srgbClr val="CFD7E6"/>
                </a:solidFill>
                <a:latin typeface="Segoe UI"/>
                <a:ea typeface="Segoe UI"/>
                <a:cs typeface="Segoe UI"/>
              </a:defRPr>
            </a:lvl1pPr>
            <a:lvl2pPr algn="l">
              <a:defRPr sz="1350">
                <a:solidFill>
                  <a:srgbClr val="CFD7E6"/>
                </a:solidFill>
                <a:latin typeface="Segoe UI"/>
                <a:ea typeface="Segoe UI"/>
                <a:cs typeface="Segoe UI"/>
              </a:defRPr>
            </a:lvl2pPr>
            <a:lvl3pPr algn="l">
              <a:defRPr sz="1350">
                <a:solidFill>
                  <a:srgbClr val="CFD7E6"/>
                </a:solidFill>
                <a:latin typeface="Segoe UI"/>
                <a:ea typeface="Segoe UI"/>
                <a:cs typeface="Segoe UI"/>
              </a:defRPr>
            </a:lvl3pPr>
            <a:lvl4pPr algn="l">
              <a:defRPr sz="1350">
                <a:solidFill>
                  <a:srgbClr val="CFD7E6"/>
                </a:solidFill>
                <a:latin typeface="Segoe UI"/>
                <a:ea typeface="Segoe UI"/>
                <a:cs typeface="Segoe UI"/>
              </a:defRPr>
            </a:lvl4pPr>
            <a:lvl5pPr algn="l">
              <a:defRPr sz="1350">
                <a:solidFill>
                  <a:srgbClr val="CFD7E6"/>
                </a:solidFill>
                <a:latin typeface="Segoe UI"/>
                <a:ea typeface="Segoe UI"/>
                <a:cs typeface="Segoe UI"/>
              </a:defRPr>
            </a:lvl5pPr>
            <a:lvl6pPr algn="l">
              <a:defRPr sz="1350">
                <a:solidFill>
                  <a:srgbClr val="CFD7E6"/>
                </a:solidFill>
                <a:latin typeface="Segoe UI"/>
                <a:ea typeface="Segoe UI"/>
                <a:cs typeface="Segoe UI"/>
              </a:defRPr>
            </a:lvl6pPr>
            <a:lvl7pPr algn="l">
              <a:defRPr sz="1350">
                <a:solidFill>
                  <a:srgbClr val="CFD7E6"/>
                </a:solidFill>
                <a:latin typeface="Segoe UI"/>
                <a:ea typeface="Segoe UI"/>
                <a:cs typeface="Segoe UI"/>
              </a:defRPr>
            </a:lvl7pPr>
            <a:lvl8pPr algn="l">
              <a:defRPr sz="1350">
                <a:solidFill>
                  <a:srgbClr val="CFD7E6"/>
                </a:solidFill>
                <a:latin typeface="Segoe UI"/>
                <a:ea typeface="Segoe UI"/>
                <a:cs typeface="Segoe UI"/>
              </a:defRPr>
            </a:lvl8pPr>
            <a:lvl9pPr algn="l">
              <a:defRPr sz="1350">
                <a:solidFill>
                  <a:srgbClr val="CFD7E6"/>
                </a:solidFill>
                <a:latin typeface="Segoe UI"/>
                <a:ea typeface="Segoe UI"/>
                <a:cs typeface="Segoe UI"/>
              </a:defRPr>
            </a:lvl9pPr>
          </a:lstStyle>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Intent routing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RAG + tutoring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Quiz + scoring</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Learner model + analytics</a:t>
            </a:r>
          </a:p>
          <a:p xmlns:a="http://schemas.openxmlformats.org/drawingml/2006/main">
            <a:pPr algn="l">
              <a:defRPr sz="1350">
                <a:solidFill>
                  <a:srgbClr val="CFD7E6"/>
                </a:solidFill>
                <a:latin typeface="Segoe UI"/>
                <a:ea typeface="Segoe UI"/>
                <a:cs typeface="Segoe UI"/>
              </a:defRPr>
            </a:pPr>
            <a:r>
              <a:rPr sz="1350">
                <a:solidFill>
                  <a:srgbClr val="CFD7E6"/>
                </a:solidFill>
                <a:latin typeface="Segoe UI"/>
                <a:ea typeface="Segoe UI"/>
                <a:cs typeface="Segoe UI"/>
              </a:rPr>
              <a:t>Accessibility output</a:t>
            </a:r>
          </a:p>
        </p:txBody>
      </p:sp>
      <p:sp>
        <p:nvSpPr>
          <p:cNvPr id="28" name="data-title">
            <a:extLst xmlns:a="http://schemas.openxmlformats.org/drawingml/2006/main">
              <a:ext uri="{FF2B5EF4-FFF2-40B4-BE49-F238E27FC236}">
                <a16:creationId xmlns:a16="http://schemas.microsoft.com/office/drawing/2014/main" id="{6BC9D7A3-BE9F-4DBC-A51F-A5250164B33D}"/>
              </a:ext>
            </a:extLst>
          </p:cNvPr>
          <p:cNvSpPr>
            <a:spLocks xmlns:a="http://schemas.openxmlformats.org/drawingml/2006/main" noGrp="1"/>
          </p:cNvSpPr>
          <p:nvPr/>
        </p:nvSpPr>
        <p:spPr>
          <a:xfrm xmlns:a="http://schemas.openxmlformats.org/drawingml/2006/main">
            <a:off x="9858375" y="1971675"/>
            <a:ext cx="1657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5F7FC"/>
                </a:solidFill>
                <a:latin typeface="Segoe UI"/>
                <a:ea typeface="Segoe UI"/>
                <a:cs typeface="Segoe UI"/>
              </a:defRPr>
            </a:defPPr>
            <a:lvl1pPr algn="l">
              <a:defRPr sz="1650" b="1">
                <a:solidFill>
                  <a:srgbClr val="F5F7FC"/>
                </a:solidFill>
                <a:latin typeface="Segoe UI"/>
                <a:ea typeface="Segoe UI"/>
                <a:cs typeface="Segoe UI"/>
              </a:defRPr>
            </a:lvl1pPr>
            <a:lvl2pPr algn="l">
              <a:defRPr sz="1650" b="1">
                <a:solidFill>
                  <a:srgbClr val="F5F7FC"/>
                </a:solidFill>
                <a:latin typeface="Segoe UI"/>
                <a:ea typeface="Segoe UI"/>
                <a:cs typeface="Segoe UI"/>
              </a:defRPr>
            </a:lvl2pPr>
            <a:lvl3pPr algn="l">
              <a:defRPr sz="1650" b="1">
                <a:solidFill>
                  <a:srgbClr val="F5F7FC"/>
                </a:solidFill>
                <a:latin typeface="Segoe UI"/>
                <a:ea typeface="Segoe UI"/>
                <a:cs typeface="Segoe UI"/>
              </a:defRPr>
            </a:lvl3pPr>
            <a:lvl4pPr algn="l">
              <a:defRPr sz="1650" b="1">
                <a:solidFill>
                  <a:srgbClr val="F5F7FC"/>
                </a:solidFill>
                <a:latin typeface="Segoe UI"/>
                <a:ea typeface="Segoe UI"/>
                <a:cs typeface="Segoe UI"/>
              </a:defRPr>
            </a:lvl4pPr>
            <a:lvl5pPr algn="l">
              <a:defRPr sz="1650" b="1">
                <a:solidFill>
                  <a:srgbClr val="F5F7FC"/>
                </a:solidFill>
                <a:latin typeface="Segoe UI"/>
                <a:ea typeface="Segoe UI"/>
                <a:cs typeface="Segoe UI"/>
              </a:defRPr>
            </a:lvl5pPr>
            <a:lvl6pPr algn="l">
              <a:defRPr sz="1650" b="1">
                <a:solidFill>
                  <a:srgbClr val="F5F7FC"/>
                </a:solidFill>
                <a:latin typeface="Segoe UI"/>
                <a:ea typeface="Segoe UI"/>
                <a:cs typeface="Segoe UI"/>
              </a:defRPr>
            </a:lvl6pPr>
            <a:lvl7pPr algn="l">
              <a:defRPr sz="1650" b="1">
                <a:solidFill>
                  <a:srgbClr val="F5F7FC"/>
                </a:solidFill>
                <a:latin typeface="Segoe UI"/>
                <a:ea typeface="Segoe UI"/>
                <a:cs typeface="Segoe UI"/>
              </a:defRPr>
            </a:lvl7pPr>
            <a:lvl8pPr algn="l">
              <a:defRPr sz="1650" b="1">
                <a:solidFill>
                  <a:srgbClr val="F5F7FC"/>
                </a:solidFill>
                <a:latin typeface="Segoe UI"/>
                <a:ea typeface="Segoe UI"/>
                <a:cs typeface="Segoe UI"/>
              </a:defRPr>
            </a:lvl8pPr>
            <a:lvl9pPr algn="l">
              <a:defRPr sz="1650" b="1">
                <a:solidFill>
                  <a:srgbClr val="F5F7FC"/>
                </a:solidFill>
                <a:latin typeface="Segoe UI"/>
                <a:ea typeface="Segoe UI"/>
                <a:cs typeface="Segoe UI"/>
              </a:defRPr>
            </a:lvl9pPr>
          </a:lstStyle>
          <a:p xmlns:a="http://schemas.openxmlformats.org/drawingml/2006/main">
            <a:pPr algn="l">
              <a:defRPr sz="1650" b="1">
                <a:solidFill>
                  <a:srgbClr val="F5F7FC"/>
                </a:solidFill>
                <a:latin typeface="Segoe UI"/>
                <a:ea typeface="Segoe UI"/>
                <a:cs typeface="Segoe UI"/>
              </a:defRPr>
            </a:pPr>
            <a:r>
              <a:rPr sz="1650" b="1">
                <a:solidFill>
                  <a:srgbClr val="F5F7FC"/>
                </a:solidFill>
                <a:latin typeface="Segoe UI"/>
                <a:ea typeface="Segoe UI"/>
                <a:cs typeface="Segoe UI"/>
              </a:rPr>
              <a:t>Shared services</a:t>
            </a:r>
          </a:p>
        </p:txBody>
      </p:sp>
      <p:sp>
        <p:nvSpPr>
          <p:cNvPr id="29" name="data-detail">
            <a:extLst xmlns:a="http://schemas.openxmlformats.org/drawingml/2006/main">
              <a:ext uri="{FF2B5EF4-FFF2-40B4-BE49-F238E27FC236}">
                <a16:creationId xmlns:a16="http://schemas.microsoft.com/office/drawing/2014/main" id="{355569D0-B08E-43B2-9778-EECE073180D0}"/>
              </a:ext>
            </a:extLst>
          </p:cNvPr>
          <p:cNvSpPr>
            <a:spLocks xmlns:a="http://schemas.openxmlformats.org/drawingml/2006/main" noGrp="1"/>
          </p:cNvSpPr>
          <p:nvPr/>
        </p:nvSpPr>
        <p:spPr>
          <a:xfrm xmlns:a="http://schemas.openxmlformats.org/drawingml/2006/main">
            <a:off x="9858375" y="2390775"/>
            <a:ext cx="165735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a:solidFill>
                  <a:srgbClr val="CFD7E6"/>
                </a:solidFill>
                <a:latin typeface="Segoe UI"/>
                <a:ea typeface="Segoe UI"/>
                <a:cs typeface="Segoe UI"/>
              </a:defRPr>
            </a:defPPr>
            <a:lvl1pPr algn="l">
              <a:defRPr sz="1313">
                <a:solidFill>
                  <a:srgbClr val="CFD7E6"/>
                </a:solidFill>
                <a:latin typeface="Segoe UI"/>
                <a:ea typeface="Segoe UI"/>
                <a:cs typeface="Segoe UI"/>
              </a:defRPr>
            </a:lvl1pPr>
            <a:lvl2pPr algn="l">
              <a:defRPr sz="1313">
                <a:solidFill>
                  <a:srgbClr val="CFD7E6"/>
                </a:solidFill>
                <a:latin typeface="Segoe UI"/>
                <a:ea typeface="Segoe UI"/>
                <a:cs typeface="Segoe UI"/>
              </a:defRPr>
            </a:lvl2pPr>
            <a:lvl3pPr algn="l">
              <a:defRPr sz="1313">
                <a:solidFill>
                  <a:srgbClr val="CFD7E6"/>
                </a:solidFill>
                <a:latin typeface="Segoe UI"/>
                <a:ea typeface="Segoe UI"/>
                <a:cs typeface="Segoe UI"/>
              </a:defRPr>
            </a:lvl3pPr>
            <a:lvl4pPr algn="l">
              <a:defRPr sz="1313">
                <a:solidFill>
                  <a:srgbClr val="CFD7E6"/>
                </a:solidFill>
                <a:latin typeface="Segoe UI"/>
                <a:ea typeface="Segoe UI"/>
                <a:cs typeface="Segoe UI"/>
              </a:defRPr>
            </a:lvl4pPr>
            <a:lvl5pPr algn="l">
              <a:defRPr sz="1313">
                <a:solidFill>
                  <a:srgbClr val="CFD7E6"/>
                </a:solidFill>
                <a:latin typeface="Segoe UI"/>
                <a:ea typeface="Segoe UI"/>
                <a:cs typeface="Segoe UI"/>
              </a:defRPr>
            </a:lvl5pPr>
            <a:lvl6pPr algn="l">
              <a:defRPr sz="1313">
                <a:solidFill>
                  <a:srgbClr val="CFD7E6"/>
                </a:solidFill>
                <a:latin typeface="Segoe UI"/>
                <a:ea typeface="Segoe UI"/>
                <a:cs typeface="Segoe UI"/>
              </a:defRPr>
            </a:lvl6pPr>
            <a:lvl7pPr algn="l">
              <a:defRPr sz="1313">
                <a:solidFill>
                  <a:srgbClr val="CFD7E6"/>
                </a:solidFill>
                <a:latin typeface="Segoe UI"/>
                <a:ea typeface="Segoe UI"/>
                <a:cs typeface="Segoe UI"/>
              </a:defRPr>
            </a:lvl7pPr>
            <a:lvl8pPr algn="l">
              <a:defRPr sz="1313">
                <a:solidFill>
                  <a:srgbClr val="CFD7E6"/>
                </a:solidFill>
                <a:latin typeface="Segoe UI"/>
                <a:ea typeface="Segoe UI"/>
                <a:cs typeface="Segoe UI"/>
              </a:defRPr>
            </a:lvl8pPr>
            <a:lvl9pPr algn="l">
              <a:defRPr sz="1313">
                <a:solidFill>
                  <a:srgbClr val="CFD7E6"/>
                </a:solidFill>
                <a:latin typeface="Segoe UI"/>
                <a:ea typeface="Segoe UI"/>
                <a:cs typeface="Segoe UI"/>
              </a:defRPr>
            </a:lvl9pPr>
          </a:lstStyle>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PostgreSQL + pgvector</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Graph checkpoints</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Redis short-term memory</a:t>
            </a:r>
          </a:p>
          <a:p xmlns:a="http://schemas.openxmlformats.org/drawingml/2006/main">
            <a:pPr algn="l">
              <a:defRPr sz="1313">
                <a:solidFill>
                  <a:srgbClr val="CFD7E6"/>
                </a:solidFill>
                <a:latin typeface="Segoe UI"/>
                <a:ea typeface="Segoe UI"/>
                <a:cs typeface="Segoe UI"/>
              </a:defRPr>
            </a:pPr>
            <a:r>
              <a:rPr sz="1313">
                <a:solidFill>
                  <a:srgbClr val="CFD7E6"/>
                </a:solidFill>
                <a:latin typeface="Segoe UI"/>
                <a:ea typeface="Segoe UI"/>
                <a:cs typeface="Segoe UI"/>
              </a:rPr>
              <a:t>OpenAI chat + embeddings</a:t>
            </a:r>
          </a:p>
        </p:txBody>
      </p:sp>
      <p:sp>
        <p:nvSpPr>
          <p:cNvPr id="30" name="postgresql-logo-tile">
            <a:extLst xmlns:a="http://schemas.openxmlformats.org/drawingml/2006/main">
              <a:ext uri="{FF2B5EF4-FFF2-40B4-BE49-F238E27FC236}">
                <a16:creationId xmlns:a16="http://schemas.microsoft.com/office/drawing/2014/main" id="{323BEAB9-BF9B-4778-8EEF-C6A830E63FE6}"/>
              </a:ext>
            </a:extLst>
          </p:cNvPr>
          <p:cNvSpPr>
            <a:spLocks xmlns:a="http://schemas.openxmlformats.org/drawingml/2006/main" noGrp="1"/>
          </p:cNvSpPr>
          <p:nvPr/>
        </p:nvSpPr>
        <p:spPr>
          <a:xfrm xmlns:a="http://schemas.openxmlformats.org/drawingml/2006/main">
            <a:off x="98583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1" name="">
            <a:extLst xmlns:a="http://schemas.openxmlformats.org/drawingml/2006/main">
              <a:ext uri="{FF2B5EF4-FFF2-40B4-BE49-F238E27FC236}">
                <a16:creationId xmlns:a16="http://schemas.microsoft.com/office/drawing/2014/main" id="{8E16871F-FF09-473D-BFD2-97847D5C86C3}"/>
              </a:ext>
            </a:extLst>
          </p:cNvPr>
          <p:cNvPicPr>
            <a:picLocks xmlns:a="http://schemas.openxmlformats.org/drawingml/2006/main" noChangeAspect="1"/>
          </p:cNvPicPr>
          <p:nvPr/>
        </p:nvPicPr>
        <p:blipFill>
          <a:blip xmlns:r="http://schemas.openxmlformats.org/officeDocument/2006/relationships" xmlns:a="http://schemas.openxmlformats.org/drawingml/2006/main" r:embed="R8924a7e5b2274bea">
            <a:extLst>
              <a:ext uri="{96DAC541-7B7A-43D3-8B79-37D633B846F1}">
                <asvg:svgBlip xmlns:asvg="http://schemas.microsoft.com/office/drawing/2016/SVG/main" r:embed="R62c4f00a67204ffe"/>
              </a:ext>
            </a:extLst>
          </a:blip>
          <a:stretch xmlns:a="http://schemas.openxmlformats.org/drawingml/2006/main"/>
        </p:blipFill>
        <p:spPr>
          <a:xfrm xmlns:a="http://schemas.openxmlformats.org/drawingml/2006/main">
            <a:off x="9906000" y="3838575"/>
            <a:ext cx="200025" cy="200025"/>
          </a:xfrm>
          <a:prstGeom xmlns:a="http://schemas.openxmlformats.org/drawingml/2006/main" prst="rect">
            <a:avLst/>
          </a:prstGeom>
        </p:spPr>
      </p:pic>
      <p:sp>
        <p:nvSpPr>
          <p:cNvPr id="32" name="redis-logo-tile">
            <a:extLst xmlns:a="http://schemas.openxmlformats.org/drawingml/2006/main">
              <a:ext uri="{FF2B5EF4-FFF2-40B4-BE49-F238E27FC236}">
                <a16:creationId xmlns:a16="http://schemas.microsoft.com/office/drawing/2014/main" id="{51E6F12C-E3FF-4440-B6C6-4EB7832E417D}"/>
              </a:ext>
            </a:extLst>
          </p:cNvPr>
          <p:cNvSpPr>
            <a:spLocks xmlns:a="http://schemas.openxmlformats.org/drawingml/2006/main" noGrp="1"/>
          </p:cNvSpPr>
          <p:nvPr/>
        </p:nvSpPr>
        <p:spPr>
          <a:xfrm xmlns:a="http://schemas.openxmlformats.org/drawingml/2006/main">
            <a:off x="104298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3" name="">
            <a:extLst xmlns:a="http://schemas.openxmlformats.org/drawingml/2006/main">
              <a:ext uri="{FF2B5EF4-FFF2-40B4-BE49-F238E27FC236}">
                <a16:creationId xmlns:a16="http://schemas.microsoft.com/office/drawing/2014/main" id="{7C79E5DE-6DC7-4422-8E6E-6E40DB1917A7}"/>
              </a:ext>
            </a:extLst>
          </p:cNvPr>
          <p:cNvPicPr>
            <a:picLocks xmlns:a="http://schemas.openxmlformats.org/drawingml/2006/main" noChangeAspect="1"/>
          </p:cNvPicPr>
          <p:nvPr/>
        </p:nvPicPr>
        <p:blipFill>
          <a:blip xmlns:r="http://schemas.openxmlformats.org/officeDocument/2006/relationships" xmlns:a="http://schemas.openxmlformats.org/drawingml/2006/main" r:embed="R5c4c67138c7243be">
            <a:extLst>
              <a:ext uri="{96DAC541-7B7A-43D3-8B79-37D633B846F1}">
                <asvg:svgBlip xmlns:asvg="http://schemas.microsoft.com/office/drawing/2016/SVG/main" r:embed="R0560ce10462443e6"/>
              </a:ext>
            </a:extLst>
          </a:blip>
          <a:stretch xmlns:a="http://schemas.openxmlformats.org/drawingml/2006/main"/>
        </p:blipFill>
        <p:spPr>
          <a:xfrm xmlns:a="http://schemas.openxmlformats.org/drawingml/2006/main">
            <a:off x="10477500" y="3838575"/>
            <a:ext cx="200025" cy="200025"/>
          </a:xfrm>
          <a:prstGeom xmlns:a="http://schemas.openxmlformats.org/drawingml/2006/main" prst="rect">
            <a:avLst/>
          </a:prstGeom>
        </p:spPr>
      </p:pic>
      <p:sp>
        <p:nvSpPr>
          <p:cNvPr id="34" name="openai-logo-tile">
            <a:extLst xmlns:a="http://schemas.openxmlformats.org/drawingml/2006/main">
              <a:ext uri="{FF2B5EF4-FFF2-40B4-BE49-F238E27FC236}">
                <a16:creationId xmlns:a16="http://schemas.microsoft.com/office/drawing/2014/main" id="{8C15FB74-5518-446B-A1C6-466B6C7ABEEA}"/>
              </a:ext>
            </a:extLst>
          </p:cNvPr>
          <p:cNvSpPr>
            <a:spLocks xmlns:a="http://schemas.openxmlformats.org/drawingml/2006/main" noGrp="1"/>
          </p:cNvSpPr>
          <p:nvPr/>
        </p:nvSpPr>
        <p:spPr>
          <a:xfrm xmlns:a="http://schemas.openxmlformats.org/drawingml/2006/main">
            <a:off x="11001375" y="37909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35" name="">
            <a:extLst xmlns:a="http://schemas.openxmlformats.org/drawingml/2006/main">
              <a:ext uri="{FF2B5EF4-FFF2-40B4-BE49-F238E27FC236}">
                <a16:creationId xmlns:a16="http://schemas.microsoft.com/office/drawing/2014/main" id="{8B37EF12-E31E-4A6A-853A-65412EC6196E}"/>
              </a:ext>
            </a:extLst>
          </p:cNvPr>
          <p:cNvPicPr>
            <a:picLocks xmlns:a="http://schemas.openxmlformats.org/drawingml/2006/main" noChangeAspect="1"/>
          </p:cNvPicPr>
          <p:nvPr/>
        </p:nvPicPr>
        <p:blipFill>
          <a:blip xmlns:r="http://schemas.openxmlformats.org/officeDocument/2006/relationships" xmlns:a="http://schemas.openxmlformats.org/drawingml/2006/main" r:embed="Re2c10311070d4bec">
            <a:extLst>
              <a:ext uri="{96DAC541-7B7A-43D3-8B79-37D633B846F1}">
                <asvg:svgBlip xmlns:asvg="http://schemas.microsoft.com/office/drawing/2016/SVG/main" r:embed="R14effd18dd37460b"/>
              </a:ext>
            </a:extLst>
          </a:blip>
          <a:stretch xmlns:a="http://schemas.openxmlformats.org/drawingml/2006/main"/>
        </p:blipFill>
        <p:spPr>
          <a:xfrm xmlns:a="http://schemas.openxmlformats.org/drawingml/2006/main">
            <a:off x="11049000" y="3838575"/>
            <a:ext cx="200025" cy="200025"/>
          </a:xfrm>
          <a:prstGeom xmlns:a="http://schemas.openxmlformats.org/drawingml/2006/main" prst="rect">
            <a:avLst/>
          </a:prstGeom>
        </p:spPr>
      </p:pic>
      <p:sp>
        <p:nvSpPr>
          <p:cNvPr id="36" name="postgresql-logo-label">
            <a:extLst xmlns:a="http://schemas.openxmlformats.org/drawingml/2006/main">
              <a:ext uri="{FF2B5EF4-FFF2-40B4-BE49-F238E27FC236}">
                <a16:creationId xmlns:a16="http://schemas.microsoft.com/office/drawing/2014/main" id="{E8D6D295-71DD-4C5D-9998-E3D47B34037A}"/>
              </a:ext>
            </a:extLst>
          </p:cNvPr>
          <p:cNvSpPr>
            <a:spLocks xmlns:a="http://schemas.openxmlformats.org/drawingml/2006/main" noGrp="1"/>
          </p:cNvSpPr>
          <p:nvPr/>
        </p:nvSpPr>
        <p:spPr>
          <a:xfrm xmlns:a="http://schemas.openxmlformats.org/drawingml/2006/main">
            <a:off x="9801225" y="4095750"/>
            <a:ext cx="4381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Postgres</a:t>
            </a:r>
          </a:p>
        </p:txBody>
      </p:sp>
      <p:sp>
        <p:nvSpPr>
          <p:cNvPr id="37" name="redis-logo-label">
            <a:extLst xmlns:a="http://schemas.openxmlformats.org/drawingml/2006/main">
              <a:ext uri="{FF2B5EF4-FFF2-40B4-BE49-F238E27FC236}">
                <a16:creationId xmlns:a16="http://schemas.microsoft.com/office/drawing/2014/main" id="{96748C98-6058-48B0-A4BA-7C3DB0275D56}"/>
              </a:ext>
            </a:extLst>
          </p:cNvPr>
          <p:cNvSpPr>
            <a:spLocks xmlns:a="http://schemas.openxmlformats.org/drawingml/2006/main" noGrp="1"/>
          </p:cNvSpPr>
          <p:nvPr/>
        </p:nvSpPr>
        <p:spPr>
          <a:xfrm xmlns:a="http://schemas.openxmlformats.org/drawingml/2006/main">
            <a:off x="10372725" y="4095750"/>
            <a:ext cx="4000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Redis</a:t>
            </a:r>
          </a:p>
        </p:txBody>
      </p:sp>
      <p:sp>
        <p:nvSpPr>
          <p:cNvPr id="38" name="openai-logo-label">
            <a:extLst xmlns:a="http://schemas.openxmlformats.org/drawingml/2006/main">
              <a:ext uri="{FF2B5EF4-FFF2-40B4-BE49-F238E27FC236}">
                <a16:creationId xmlns:a16="http://schemas.microsoft.com/office/drawing/2014/main" id="{D6B077C0-6458-49C8-8DC0-830275228995}"/>
              </a:ext>
            </a:extLst>
          </p:cNvPr>
          <p:cNvSpPr>
            <a:spLocks xmlns:a="http://schemas.openxmlformats.org/drawingml/2006/main" noGrp="1"/>
          </p:cNvSpPr>
          <p:nvPr/>
        </p:nvSpPr>
        <p:spPr>
          <a:xfrm xmlns:a="http://schemas.openxmlformats.org/drawingml/2006/main">
            <a:off x="10944225" y="4095750"/>
            <a:ext cx="4000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788">
                <a:solidFill>
                  <a:srgbClr val="9AA8BC"/>
                </a:solidFill>
                <a:latin typeface="Segoe UI"/>
                <a:ea typeface="Segoe UI"/>
                <a:cs typeface="Segoe UI"/>
              </a:defRPr>
            </a:defPPr>
            <a:lvl1pPr algn="ctr">
              <a:defRPr sz="788">
                <a:solidFill>
                  <a:srgbClr val="9AA8BC"/>
                </a:solidFill>
                <a:latin typeface="Segoe UI"/>
                <a:ea typeface="Segoe UI"/>
                <a:cs typeface="Segoe UI"/>
              </a:defRPr>
            </a:lvl1pPr>
            <a:lvl2pPr algn="ctr">
              <a:defRPr sz="788">
                <a:solidFill>
                  <a:srgbClr val="9AA8BC"/>
                </a:solidFill>
                <a:latin typeface="Segoe UI"/>
                <a:ea typeface="Segoe UI"/>
                <a:cs typeface="Segoe UI"/>
              </a:defRPr>
            </a:lvl2pPr>
            <a:lvl3pPr algn="ctr">
              <a:defRPr sz="788">
                <a:solidFill>
                  <a:srgbClr val="9AA8BC"/>
                </a:solidFill>
                <a:latin typeface="Segoe UI"/>
                <a:ea typeface="Segoe UI"/>
                <a:cs typeface="Segoe UI"/>
              </a:defRPr>
            </a:lvl3pPr>
            <a:lvl4pPr algn="ctr">
              <a:defRPr sz="788">
                <a:solidFill>
                  <a:srgbClr val="9AA8BC"/>
                </a:solidFill>
                <a:latin typeface="Segoe UI"/>
                <a:ea typeface="Segoe UI"/>
                <a:cs typeface="Segoe UI"/>
              </a:defRPr>
            </a:lvl4pPr>
            <a:lvl5pPr algn="ctr">
              <a:defRPr sz="788">
                <a:solidFill>
                  <a:srgbClr val="9AA8BC"/>
                </a:solidFill>
                <a:latin typeface="Segoe UI"/>
                <a:ea typeface="Segoe UI"/>
                <a:cs typeface="Segoe UI"/>
              </a:defRPr>
            </a:lvl5pPr>
            <a:lvl6pPr algn="ctr">
              <a:defRPr sz="788">
                <a:solidFill>
                  <a:srgbClr val="9AA8BC"/>
                </a:solidFill>
                <a:latin typeface="Segoe UI"/>
                <a:ea typeface="Segoe UI"/>
                <a:cs typeface="Segoe UI"/>
              </a:defRPr>
            </a:lvl6pPr>
            <a:lvl7pPr algn="ctr">
              <a:defRPr sz="788">
                <a:solidFill>
                  <a:srgbClr val="9AA8BC"/>
                </a:solidFill>
                <a:latin typeface="Segoe UI"/>
                <a:ea typeface="Segoe UI"/>
                <a:cs typeface="Segoe UI"/>
              </a:defRPr>
            </a:lvl7pPr>
            <a:lvl8pPr algn="ctr">
              <a:defRPr sz="788">
                <a:solidFill>
                  <a:srgbClr val="9AA8BC"/>
                </a:solidFill>
                <a:latin typeface="Segoe UI"/>
                <a:ea typeface="Segoe UI"/>
                <a:cs typeface="Segoe UI"/>
              </a:defRPr>
            </a:lvl8pPr>
            <a:lvl9pPr algn="ctr">
              <a:defRPr sz="788">
                <a:solidFill>
                  <a:srgbClr val="9AA8BC"/>
                </a:solidFill>
                <a:latin typeface="Segoe UI"/>
                <a:ea typeface="Segoe UI"/>
                <a:cs typeface="Segoe UI"/>
              </a:defRPr>
            </a:lvl9pPr>
          </a:lstStyle>
          <a:p xmlns:a="http://schemas.openxmlformats.org/drawingml/2006/main">
            <a:pPr algn="ctr">
              <a:defRPr sz="788">
                <a:solidFill>
                  <a:srgbClr val="9AA8BC"/>
                </a:solidFill>
                <a:latin typeface="Segoe UI"/>
                <a:ea typeface="Segoe UI"/>
                <a:cs typeface="Segoe UI"/>
              </a:defRPr>
            </a:pPr>
            <a:r>
              <a:rPr sz="788">
                <a:solidFill>
                  <a:srgbClr val="9AA8BC"/>
                </a:solidFill>
                <a:latin typeface="Segoe UI"/>
                <a:ea typeface="Segoe UI"/>
                <a:cs typeface="Segoe UI"/>
              </a:rPr>
              <a:t>OpenAI</a:t>
            </a:r>
          </a:p>
        </p:txBody>
      </p:sp>
      <p:sp>
        <p:nvSpPr>
          <p:cNvPr id="43" name="intake-frame">
            <a:extLst xmlns:a="http://schemas.openxmlformats.org/drawingml/2006/main">
              <a:ext uri="{FF2B5EF4-FFF2-40B4-BE49-F238E27FC236}">
                <a16:creationId xmlns:a16="http://schemas.microsoft.com/office/drawing/2014/main" id="{253BB4E9-7C97-4EFF-9AB8-22CFF039B0CE}"/>
              </a:ext>
            </a:extLst>
          </p:cNvPr>
          <p:cNvSpPr>
            <a:spLocks xmlns:a="http://schemas.openxmlformats.org/drawingml/2006/main" noGrp="1"/>
          </p:cNvSpPr>
          <p:nvPr/>
        </p:nvSpPr>
        <p:spPr>
          <a:xfrm xmlns:a="http://schemas.openxmlformats.org/drawingml/2006/main">
            <a:off x="514350" y="4524375"/>
            <a:ext cx="7010400" cy="1495425"/>
          </a:xfrm>
          <a:prstGeom xmlns:a="http://schemas.openxmlformats.org/drawingml/2006/main" prst="roundRect">
            <a:avLst>
              <a:gd name="adj" fmla="val 7643"/>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44" name="intake-heading">
            <a:extLst xmlns:a="http://schemas.openxmlformats.org/drawingml/2006/main">
              <a:ext uri="{FF2B5EF4-FFF2-40B4-BE49-F238E27FC236}">
                <a16:creationId xmlns:a16="http://schemas.microsoft.com/office/drawing/2014/main" id="{3B12401C-C78B-49D9-8A8E-580D921CFEBD}"/>
              </a:ext>
            </a:extLst>
          </p:cNvPr>
          <p:cNvSpPr>
            <a:spLocks xmlns:a="http://schemas.openxmlformats.org/drawingml/2006/main" noGrp="1"/>
          </p:cNvSpPr>
          <p:nvPr/>
        </p:nvSpPr>
        <p:spPr>
          <a:xfrm xmlns:a="http://schemas.openxmlformats.org/drawingml/2006/main">
            <a:off x="647700" y="4638675"/>
            <a:ext cx="6743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TEACHER MATERIAL INGESTION</a:t>
            </a:r>
          </a:p>
        </p:txBody>
      </p:sp>
      <p:sp>
        <p:nvSpPr>
          <p:cNvPr id="45" name="intake-upload">
            <a:extLst xmlns:a="http://schemas.openxmlformats.org/drawingml/2006/main">
              <a:ext uri="{FF2B5EF4-FFF2-40B4-BE49-F238E27FC236}">
                <a16:creationId xmlns:a16="http://schemas.microsoft.com/office/drawing/2014/main" id="{887174BA-84C2-4FFC-BBCA-CE0EAEC26674}"/>
              </a:ext>
            </a:extLst>
          </p:cNvPr>
          <p:cNvSpPr>
            <a:spLocks xmlns:a="http://schemas.openxmlformats.org/drawingml/2006/main" noGrp="1"/>
          </p:cNvSpPr>
          <p:nvPr/>
        </p:nvSpPr>
        <p:spPr>
          <a:xfrm xmlns:a="http://schemas.openxmlformats.org/drawingml/2006/main">
            <a:off x="714375" y="5067300"/>
            <a:ext cx="135255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Teacher</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upload</a:t>
            </a:r>
          </a:p>
        </p:txBody>
      </p:sp>
      <p:sp>
        <p:nvSpPr>
          <p:cNvPr id="46" name="intake-api">
            <a:extLst xmlns:a="http://schemas.openxmlformats.org/drawingml/2006/main">
              <a:ext uri="{FF2B5EF4-FFF2-40B4-BE49-F238E27FC236}">
                <a16:creationId xmlns:a16="http://schemas.microsoft.com/office/drawing/2014/main" id="{E9F9C59F-F397-4F8B-A3F9-D6C025019910}"/>
              </a:ext>
            </a:extLst>
          </p:cNvPr>
          <p:cNvSpPr>
            <a:spLocks xmlns:a="http://schemas.openxmlformats.org/drawingml/2006/main" noGrp="1"/>
          </p:cNvSpPr>
          <p:nvPr/>
        </p:nvSpPr>
        <p:spPr>
          <a:xfrm xmlns:a="http://schemas.openxmlformats.org/drawingml/2006/main">
            <a:off x="2343150" y="5067300"/>
            <a:ext cx="102870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FastAPI</a:t>
            </a:r>
          </a:p>
        </p:txBody>
      </p:sp>
      <p:sp>
        <p:nvSpPr>
          <p:cNvPr id="47" name="intake-worker">
            <a:extLst xmlns:a="http://schemas.openxmlformats.org/drawingml/2006/main">
              <a:ext uri="{FF2B5EF4-FFF2-40B4-BE49-F238E27FC236}">
                <a16:creationId xmlns:a16="http://schemas.microsoft.com/office/drawing/2014/main" id="{90D302E0-07E9-420C-97C5-499394C1B068}"/>
              </a:ext>
            </a:extLst>
          </p:cNvPr>
          <p:cNvSpPr>
            <a:spLocks xmlns:a="http://schemas.openxmlformats.org/drawingml/2006/main" noGrp="1"/>
          </p:cNvSpPr>
          <p:nvPr/>
        </p:nvSpPr>
        <p:spPr>
          <a:xfrm xmlns:a="http://schemas.openxmlformats.org/drawingml/2006/main">
            <a:off x="3657600" y="5067300"/>
            <a:ext cx="1581150"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163" b="1">
                <a:solidFill>
                  <a:srgbClr val="F5F7FC"/>
                </a:solidFill>
                <a:latin typeface="Segoe UI"/>
                <a:ea typeface="Segoe UI"/>
                <a:cs typeface="Segoe UI"/>
              </a:defRPr>
            </a:defPPr>
            <a:lvl1pPr algn="ctr">
              <a:defRPr sz="1163" b="1">
                <a:solidFill>
                  <a:srgbClr val="F5F7FC"/>
                </a:solidFill>
                <a:latin typeface="Segoe UI"/>
                <a:ea typeface="Segoe UI"/>
                <a:cs typeface="Segoe UI"/>
              </a:defRPr>
            </a:lvl1pPr>
            <a:lvl2pPr algn="ctr">
              <a:defRPr sz="1163" b="1">
                <a:solidFill>
                  <a:srgbClr val="F5F7FC"/>
                </a:solidFill>
                <a:latin typeface="Segoe UI"/>
                <a:ea typeface="Segoe UI"/>
                <a:cs typeface="Segoe UI"/>
              </a:defRPr>
            </a:lvl2pPr>
            <a:lvl3pPr algn="ctr">
              <a:defRPr sz="1163" b="1">
                <a:solidFill>
                  <a:srgbClr val="F5F7FC"/>
                </a:solidFill>
                <a:latin typeface="Segoe UI"/>
                <a:ea typeface="Segoe UI"/>
                <a:cs typeface="Segoe UI"/>
              </a:defRPr>
            </a:lvl3pPr>
            <a:lvl4pPr algn="ctr">
              <a:defRPr sz="1163" b="1">
                <a:solidFill>
                  <a:srgbClr val="F5F7FC"/>
                </a:solidFill>
                <a:latin typeface="Segoe UI"/>
                <a:ea typeface="Segoe UI"/>
                <a:cs typeface="Segoe UI"/>
              </a:defRPr>
            </a:lvl4pPr>
            <a:lvl5pPr algn="ctr">
              <a:defRPr sz="1163" b="1">
                <a:solidFill>
                  <a:srgbClr val="F5F7FC"/>
                </a:solidFill>
                <a:latin typeface="Segoe UI"/>
                <a:ea typeface="Segoe UI"/>
                <a:cs typeface="Segoe UI"/>
              </a:defRPr>
            </a:lvl5pPr>
            <a:lvl6pPr algn="ctr">
              <a:defRPr sz="1163" b="1">
                <a:solidFill>
                  <a:srgbClr val="F5F7FC"/>
                </a:solidFill>
                <a:latin typeface="Segoe UI"/>
                <a:ea typeface="Segoe UI"/>
                <a:cs typeface="Segoe UI"/>
              </a:defRPr>
            </a:lvl6pPr>
            <a:lvl7pPr algn="ctr">
              <a:defRPr sz="1163" b="1">
                <a:solidFill>
                  <a:srgbClr val="F5F7FC"/>
                </a:solidFill>
                <a:latin typeface="Segoe UI"/>
                <a:ea typeface="Segoe UI"/>
                <a:cs typeface="Segoe UI"/>
              </a:defRPr>
            </a:lvl7pPr>
            <a:lvl8pPr algn="ctr">
              <a:defRPr sz="1163" b="1">
                <a:solidFill>
                  <a:srgbClr val="F5F7FC"/>
                </a:solidFill>
                <a:latin typeface="Segoe UI"/>
                <a:ea typeface="Segoe UI"/>
                <a:cs typeface="Segoe UI"/>
              </a:defRPr>
            </a:lvl8pPr>
            <a:lvl9pPr algn="ctr">
              <a:defRPr sz="1163" b="1">
                <a:solidFill>
                  <a:srgbClr val="F5F7FC"/>
                </a:solidFill>
                <a:latin typeface="Segoe UI"/>
                <a:ea typeface="Segoe UI"/>
                <a:cs typeface="Segoe UI"/>
              </a:defRPr>
            </a:lvl9pPr>
          </a:lstStyle>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Worker: parse</a:t>
            </a:r>
          </a:p>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 chunk → embed</a:t>
            </a:r>
          </a:p>
        </p:txBody>
      </p:sp>
      <p:sp>
        <p:nvSpPr>
          <p:cNvPr id="48" name="intake-store">
            <a:extLst xmlns:a="http://schemas.openxmlformats.org/drawingml/2006/main">
              <a:ext uri="{FF2B5EF4-FFF2-40B4-BE49-F238E27FC236}">
                <a16:creationId xmlns:a16="http://schemas.microsoft.com/office/drawing/2014/main" id="{C04B811B-2FF1-49F4-B00E-4C59BBEF4DFA}"/>
              </a:ext>
            </a:extLst>
          </p:cNvPr>
          <p:cNvSpPr>
            <a:spLocks xmlns:a="http://schemas.openxmlformats.org/drawingml/2006/main" noGrp="1"/>
          </p:cNvSpPr>
          <p:nvPr/>
        </p:nvSpPr>
        <p:spPr>
          <a:xfrm xmlns:a="http://schemas.openxmlformats.org/drawingml/2006/main">
            <a:off x="5534025" y="5067300"/>
            <a:ext cx="1762125" cy="523875"/>
          </a:xfrm>
          <a:prstGeom xmlns:a="http://schemas.openxmlformats.org/drawingml/2006/main" prst="roundRect">
            <a:avLst>
              <a:gd name="adj" fmla="val 18182"/>
            </a:avLst>
          </a:prstGeom>
          <a:solidFill xmlns:a="http://schemas.openxmlformats.org/drawingml/2006/main">
            <a:srgbClr val="172238"/>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PostgreSQL</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pgvector chunks</a:t>
            </a:r>
          </a:p>
        </p:txBody>
      </p:sp>
      <p:sp>
        <p:nvSpPr>
          <p:cNvPr id="52" name="runtime-frame">
            <a:extLst xmlns:a="http://schemas.openxmlformats.org/drawingml/2006/main">
              <a:ext uri="{FF2B5EF4-FFF2-40B4-BE49-F238E27FC236}">
                <a16:creationId xmlns:a16="http://schemas.microsoft.com/office/drawing/2014/main" id="{535ACBCB-6E10-47A2-A25B-0492E14AF059}"/>
              </a:ext>
            </a:extLst>
          </p:cNvPr>
          <p:cNvSpPr>
            <a:spLocks xmlns:a="http://schemas.openxmlformats.org/drawingml/2006/main" noGrp="1"/>
          </p:cNvSpPr>
          <p:nvPr/>
        </p:nvSpPr>
        <p:spPr>
          <a:xfrm xmlns:a="http://schemas.openxmlformats.org/drawingml/2006/main">
            <a:off x="7715250" y="4524375"/>
            <a:ext cx="3962400" cy="1495425"/>
          </a:xfrm>
          <a:prstGeom xmlns:a="http://schemas.openxmlformats.org/drawingml/2006/main" prst="roundRect">
            <a:avLst>
              <a:gd name="adj" fmla="val 7643"/>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53" name="runtime-heading">
            <a:extLst xmlns:a="http://schemas.openxmlformats.org/drawingml/2006/main">
              <a:ext uri="{FF2B5EF4-FFF2-40B4-BE49-F238E27FC236}">
                <a16:creationId xmlns:a16="http://schemas.microsoft.com/office/drawing/2014/main" id="{A6377198-0B1D-4A68-B345-2083835AB9FE}"/>
              </a:ext>
            </a:extLst>
          </p:cNvPr>
          <p:cNvSpPr>
            <a:spLocks xmlns:a="http://schemas.openxmlformats.org/drawingml/2006/main" noGrp="1"/>
          </p:cNvSpPr>
          <p:nvPr/>
        </p:nvSpPr>
        <p:spPr>
          <a:xfrm xmlns:a="http://schemas.openxmlformats.org/drawingml/2006/main">
            <a:off x="7848600" y="4638675"/>
            <a:ext cx="3695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RUNTIME &amp; VOICE</a:t>
            </a:r>
          </a:p>
        </p:txBody>
      </p:sp>
      <p:sp>
        <p:nvSpPr>
          <p:cNvPr id="54" name="docker-logo-tile">
            <a:extLst xmlns:a="http://schemas.openxmlformats.org/drawingml/2006/main">
              <a:ext uri="{FF2B5EF4-FFF2-40B4-BE49-F238E27FC236}">
                <a16:creationId xmlns:a16="http://schemas.microsoft.com/office/drawing/2014/main" id="{8F8F4BE6-61C8-49B0-9621-E1788FAF280F}"/>
              </a:ext>
            </a:extLst>
          </p:cNvPr>
          <p:cNvSpPr>
            <a:spLocks xmlns:a="http://schemas.openxmlformats.org/drawingml/2006/main" noGrp="1"/>
          </p:cNvSpPr>
          <p:nvPr/>
        </p:nvSpPr>
        <p:spPr>
          <a:xfrm xmlns:a="http://schemas.openxmlformats.org/drawingml/2006/main">
            <a:off x="11306175" y="4581525"/>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55" name="">
            <a:extLst xmlns:a="http://schemas.openxmlformats.org/drawingml/2006/main">
              <a:ext uri="{FF2B5EF4-FFF2-40B4-BE49-F238E27FC236}">
                <a16:creationId xmlns:a16="http://schemas.microsoft.com/office/drawing/2014/main" id="{EE6E1CF7-D1D7-4589-BBFD-459707482278}"/>
              </a:ext>
            </a:extLst>
          </p:cNvPr>
          <p:cNvPicPr>
            <a:picLocks xmlns:a="http://schemas.openxmlformats.org/drawingml/2006/main" noChangeAspect="1"/>
          </p:cNvPicPr>
          <p:nvPr/>
        </p:nvPicPr>
        <p:blipFill>
          <a:blip xmlns:r="http://schemas.openxmlformats.org/officeDocument/2006/relationships" xmlns:a="http://schemas.openxmlformats.org/drawingml/2006/main" r:embed="R0f94a2aa4e954406">
            <a:extLst>
              <a:ext uri="{96DAC541-7B7A-43D3-8B79-37D633B846F1}">
                <asvg:svgBlip xmlns:asvg="http://schemas.microsoft.com/office/drawing/2016/SVG/main" r:embed="Rc42ebb50eb594c76"/>
              </a:ext>
            </a:extLst>
          </a:blip>
          <a:stretch xmlns:a="http://schemas.openxmlformats.org/drawingml/2006/main"/>
        </p:blipFill>
        <p:spPr>
          <a:xfrm xmlns:a="http://schemas.openxmlformats.org/drawingml/2006/main">
            <a:off x="11353800" y="4629150"/>
            <a:ext cx="180975" cy="180975"/>
          </a:xfrm>
          <a:prstGeom xmlns:a="http://schemas.openxmlformats.org/drawingml/2006/main" prst="rect">
            <a:avLst/>
          </a:prstGeom>
        </p:spPr>
      </p:pic>
      <p:sp>
        <p:nvSpPr>
          <p:cNvPr id="56" name="runtime-compose">
            <a:extLst xmlns:a="http://schemas.openxmlformats.org/drawingml/2006/main">
              <a:ext uri="{FF2B5EF4-FFF2-40B4-BE49-F238E27FC236}">
                <a16:creationId xmlns:a16="http://schemas.microsoft.com/office/drawing/2014/main" id="{609F6E4F-A457-4B6A-9FF4-3FC398AD7E37}"/>
              </a:ext>
            </a:extLst>
          </p:cNvPr>
          <p:cNvSpPr>
            <a:spLocks xmlns:a="http://schemas.openxmlformats.org/drawingml/2006/main" noGrp="1"/>
          </p:cNvSpPr>
          <p:nvPr/>
        </p:nvSpPr>
        <p:spPr>
          <a:xfrm xmlns:a="http://schemas.openxmlformats.org/drawingml/2006/main">
            <a:off x="7924800" y="4895850"/>
            <a:ext cx="358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F5F7FC"/>
                </a:solidFill>
                <a:latin typeface="Segoe UI"/>
                <a:ea typeface="Segoe UI"/>
                <a:cs typeface="Segoe UI"/>
              </a:defRPr>
            </a:defPPr>
            <a:lvl1pPr algn="l">
              <a:defRPr sz="1275" b="1">
                <a:solidFill>
                  <a:srgbClr val="F5F7FC"/>
                </a:solidFill>
                <a:latin typeface="Segoe UI"/>
                <a:ea typeface="Segoe UI"/>
                <a:cs typeface="Segoe UI"/>
              </a:defRPr>
            </a:lvl1pPr>
            <a:lvl2pPr algn="l">
              <a:defRPr sz="1275" b="1">
                <a:solidFill>
                  <a:srgbClr val="F5F7FC"/>
                </a:solidFill>
                <a:latin typeface="Segoe UI"/>
                <a:ea typeface="Segoe UI"/>
                <a:cs typeface="Segoe UI"/>
              </a:defRPr>
            </a:lvl2pPr>
            <a:lvl3pPr algn="l">
              <a:defRPr sz="1275" b="1">
                <a:solidFill>
                  <a:srgbClr val="F5F7FC"/>
                </a:solidFill>
                <a:latin typeface="Segoe UI"/>
                <a:ea typeface="Segoe UI"/>
                <a:cs typeface="Segoe UI"/>
              </a:defRPr>
            </a:lvl3pPr>
            <a:lvl4pPr algn="l">
              <a:defRPr sz="1275" b="1">
                <a:solidFill>
                  <a:srgbClr val="F5F7FC"/>
                </a:solidFill>
                <a:latin typeface="Segoe UI"/>
                <a:ea typeface="Segoe UI"/>
                <a:cs typeface="Segoe UI"/>
              </a:defRPr>
            </a:lvl4pPr>
            <a:lvl5pPr algn="l">
              <a:defRPr sz="1275" b="1">
                <a:solidFill>
                  <a:srgbClr val="F5F7FC"/>
                </a:solidFill>
                <a:latin typeface="Segoe UI"/>
                <a:ea typeface="Segoe UI"/>
                <a:cs typeface="Segoe UI"/>
              </a:defRPr>
            </a:lvl5pPr>
            <a:lvl6pPr algn="l">
              <a:defRPr sz="1275" b="1">
                <a:solidFill>
                  <a:srgbClr val="F5F7FC"/>
                </a:solidFill>
                <a:latin typeface="Segoe UI"/>
                <a:ea typeface="Segoe UI"/>
                <a:cs typeface="Segoe UI"/>
              </a:defRPr>
            </a:lvl6pPr>
            <a:lvl7pPr algn="l">
              <a:defRPr sz="1275" b="1">
                <a:solidFill>
                  <a:srgbClr val="F5F7FC"/>
                </a:solidFill>
                <a:latin typeface="Segoe UI"/>
                <a:ea typeface="Segoe UI"/>
                <a:cs typeface="Segoe UI"/>
              </a:defRPr>
            </a:lvl7pPr>
            <a:lvl8pPr algn="l">
              <a:defRPr sz="1275" b="1">
                <a:solidFill>
                  <a:srgbClr val="F5F7FC"/>
                </a:solidFill>
                <a:latin typeface="Segoe UI"/>
                <a:ea typeface="Segoe UI"/>
                <a:cs typeface="Segoe UI"/>
              </a:defRPr>
            </a:lvl8pPr>
            <a:lvl9pPr algn="l">
              <a:defRPr sz="1275" b="1">
                <a:solidFill>
                  <a:srgbClr val="F5F7FC"/>
                </a:solidFill>
                <a:latin typeface="Segoe UI"/>
                <a:ea typeface="Segoe UI"/>
                <a:cs typeface="Segoe UI"/>
              </a:defRPr>
            </a:lvl9pPr>
          </a:lstStyle>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Docker Compose services</a:t>
            </a:r>
          </a:p>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web · ai-engine · worker · Postgres · Redis</a:t>
            </a:r>
          </a:p>
        </p:txBody>
      </p:sp>
      <p:sp>
        <p:nvSpPr>
          <p:cNvPr id="57" name="runtime-voice">
            <a:extLst xmlns:a="http://schemas.openxmlformats.org/drawingml/2006/main">
              <a:ext uri="{FF2B5EF4-FFF2-40B4-BE49-F238E27FC236}">
                <a16:creationId xmlns:a16="http://schemas.microsoft.com/office/drawing/2014/main" id="{1A23D8E2-267D-48AB-A7E7-A783E2BA5B13}"/>
              </a:ext>
            </a:extLst>
          </p:cNvPr>
          <p:cNvSpPr>
            <a:spLocks xmlns:a="http://schemas.openxmlformats.org/drawingml/2006/main" noGrp="1"/>
          </p:cNvSpPr>
          <p:nvPr/>
        </p:nvSpPr>
        <p:spPr>
          <a:xfrm xmlns:a="http://schemas.openxmlformats.org/drawingml/2006/main">
            <a:off x="7924800" y="5391150"/>
            <a:ext cx="3581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a:solidFill>
                  <a:srgbClr val="CFD7E6"/>
                </a:solidFill>
                <a:latin typeface="Segoe UI"/>
                <a:ea typeface="Segoe UI"/>
                <a:cs typeface="Segoe UI"/>
              </a:defRPr>
            </a:defPPr>
            <a:lvl1pPr algn="l">
              <a:defRPr sz="1275">
                <a:solidFill>
                  <a:srgbClr val="CFD7E6"/>
                </a:solidFill>
                <a:latin typeface="Segoe UI"/>
                <a:ea typeface="Segoe UI"/>
                <a:cs typeface="Segoe UI"/>
              </a:defRPr>
            </a:lvl1pPr>
            <a:lvl2pPr algn="l">
              <a:defRPr sz="1275">
                <a:solidFill>
                  <a:srgbClr val="CFD7E6"/>
                </a:solidFill>
                <a:latin typeface="Segoe UI"/>
                <a:ea typeface="Segoe UI"/>
                <a:cs typeface="Segoe UI"/>
              </a:defRPr>
            </a:lvl2pPr>
            <a:lvl3pPr algn="l">
              <a:defRPr sz="1275">
                <a:solidFill>
                  <a:srgbClr val="CFD7E6"/>
                </a:solidFill>
                <a:latin typeface="Segoe UI"/>
                <a:ea typeface="Segoe UI"/>
                <a:cs typeface="Segoe UI"/>
              </a:defRPr>
            </a:lvl3pPr>
            <a:lvl4pPr algn="l">
              <a:defRPr sz="1275">
                <a:solidFill>
                  <a:srgbClr val="CFD7E6"/>
                </a:solidFill>
                <a:latin typeface="Segoe UI"/>
                <a:ea typeface="Segoe UI"/>
                <a:cs typeface="Segoe UI"/>
              </a:defRPr>
            </a:lvl4pPr>
            <a:lvl5pPr algn="l">
              <a:defRPr sz="1275">
                <a:solidFill>
                  <a:srgbClr val="CFD7E6"/>
                </a:solidFill>
                <a:latin typeface="Segoe UI"/>
                <a:ea typeface="Segoe UI"/>
                <a:cs typeface="Segoe UI"/>
              </a:defRPr>
            </a:lvl5pPr>
            <a:lvl6pPr algn="l">
              <a:defRPr sz="1275">
                <a:solidFill>
                  <a:srgbClr val="CFD7E6"/>
                </a:solidFill>
                <a:latin typeface="Segoe UI"/>
                <a:ea typeface="Segoe UI"/>
                <a:cs typeface="Segoe UI"/>
              </a:defRPr>
            </a:lvl6pPr>
            <a:lvl7pPr algn="l">
              <a:defRPr sz="1275">
                <a:solidFill>
                  <a:srgbClr val="CFD7E6"/>
                </a:solidFill>
                <a:latin typeface="Segoe UI"/>
                <a:ea typeface="Segoe UI"/>
                <a:cs typeface="Segoe UI"/>
              </a:defRPr>
            </a:lvl7pPr>
            <a:lvl8pPr algn="l">
              <a:defRPr sz="1275">
                <a:solidFill>
                  <a:srgbClr val="CFD7E6"/>
                </a:solidFill>
                <a:latin typeface="Segoe UI"/>
                <a:ea typeface="Segoe UI"/>
                <a:cs typeface="Segoe UI"/>
              </a:defRPr>
            </a:lvl8pPr>
            <a:lvl9pPr algn="l">
              <a:defRPr sz="1275">
                <a:solidFill>
                  <a:srgbClr val="CFD7E6"/>
                </a:solidFill>
                <a:latin typeface="Segoe UI"/>
                <a:ea typeface="Segoe UI"/>
                <a:cs typeface="Segoe UI"/>
              </a:defRPr>
            </a:lvl9pPr>
          </a:lstStyle>
          <a:p xmlns:a="http://schemas.openxmlformats.org/drawingml/2006/main">
            <a:pPr algn="l">
              <a:defRPr sz="1275">
                <a:solidFill>
                  <a:srgbClr val="CFD7E6"/>
                </a:solidFill>
                <a:latin typeface="Segoe UI"/>
                <a:ea typeface="Segoe UI"/>
                <a:cs typeface="Segoe UI"/>
              </a:defRPr>
            </a:pPr>
            <a:r>
              <a:rPr sz="1275">
                <a:solidFill>
                  <a:srgbClr val="CFD7E6"/>
                </a:solidFill>
                <a:latin typeface="Segoe UI"/>
                <a:ea typeface="Segoe UI"/>
                <a:cs typeface="Segoe UI"/>
              </a:rPr>
              <a:t>Voice path: audio / WebSocket → STT → graph → streaming TTS</a:t>
            </a:r>
          </a:p>
        </p:txBody>
      </p:sp>
      <p:sp>
        <p:nvSpPr>
          <p:cNvPr id="58" name="full-footnote">
            <a:extLst xmlns:a="http://schemas.openxmlformats.org/drawingml/2006/main">
              <a:ext uri="{FF2B5EF4-FFF2-40B4-BE49-F238E27FC236}">
                <a16:creationId xmlns:a16="http://schemas.microsoft.com/office/drawing/2014/main" id="{E9BA5E44-C9FD-4333-A38D-E81E078180CC}"/>
              </a:ext>
            </a:extLst>
          </p:cNvPr>
          <p:cNvSpPr>
            <a:spLocks xmlns:a="http://schemas.openxmlformats.org/drawingml/2006/main" noGrp="1"/>
          </p:cNvSpPr>
          <p:nvPr/>
        </p:nvSpPr>
        <p:spPr>
          <a:xfrm xmlns:a="http://schemas.openxmlformats.org/drawingml/2006/main">
            <a:off x="609600" y="62388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a:solidFill>
                  <a:srgbClr val="9AA8BC"/>
                </a:solidFill>
                <a:latin typeface="Segoe UI"/>
                <a:ea typeface="Segoe UI"/>
                <a:cs typeface="Segoe UI"/>
              </a:defRPr>
            </a:defPPr>
            <a:lvl1pPr algn="l">
              <a:defRPr sz="1200">
                <a:solidFill>
                  <a:srgbClr val="9AA8BC"/>
                </a:solidFill>
                <a:latin typeface="Segoe UI"/>
                <a:ea typeface="Segoe UI"/>
                <a:cs typeface="Segoe UI"/>
              </a:defRPr>
            </a:lvl1pPr>
            <a:lvl2pPr algn="l">
              <a:defRPr sz="1200">
                <a:solidFill>
                  <a:srgbClr val="9AA8BC"/>
                </a:solidFill>
                <a:latin typeface="Segoe UI"/>
                <a:ea typeface="Segoe UI"/>
                <a:cs typeface="Segoe UI"/>
              </a:defRPr>
            </a:lvl2pPr>
            <a:lvl3pPr algn="l">
              <a:defRPr sz="1200">
                <a:solidFill>
                  <a:srgbClr val="9AA8BC"/>
                </a:solidFill>
                <a:latin typeface="Segoe UI"/>
                <a:ea typeface="Segoe UI"/>
                <a:cs typeface="Segoe UI"/>
              </a:defRPr>
            </a:lvl3pPr>
            <a:lvl4pPr algn="l">
              <a:defRPr sz="1200">
                <a:solidFill>
                  <a:srgbClr val="9AA8BC"/>
                </a:solidFill>
                <a:latin typeface="Segoe UI"/>
                <a:ea typeface="Segoe UI"/>
                <a:cs typeface="Segoe UI"/>
              </a:defRPr>
            </a:lvl4pPr>
            <a:lvl5pPr algn="l">
              <a:defRPr sz="1200">
                <a:solidFill>
                  <a:srgbClr val="9AA8BC"/>
                </a:solidFill>
                <a:latin typeface="Segoe UI"/>
                <a:ea typeface="Segoe UI"/>
                <a:cs typeface="Segoe UI"/>
              </a:defRPr>
            </a:lvl5pPr>
            <a:lvl6pPr algn="l">
              <a:defRPr sz="1200">
                <a:solidFill>
                  <a:srgbClr val="9AA8BC"/>
                </a:solidFill>
                <a:latin typeface="Segoe UI"/>
                <a:ea typeface="Segoe UI"/>
                <a:cs typeface="Segoe UI"/>
              </a:defRPr>
            </a:lvl6pPr>
            <a:lvl7pPr algn="l">
              <a:defRPr sz="1200">
                <a:solidFill>
                  <a:srgbClr val="9AA8BC"/>
                </a:solidFill>
                <a:latin typeface="Segoe UI"/>
                <a:ea typeface="Segoe UI"/>
                <a:cs typeface="Segoe UI"/>
              </a:defRPr>
            </a:lvl7pPr>
            <a:lvl8pPr algn="l">
              <a:defRPr sz="1200">
                <a:solidFill>
                  <a:srgbClr val="9AA8BC"/>
                </a:solidFill>
                <a:latin typeface="Segoe UI"/>
                <a:ea typeface="Segoe UI"/>
                <a:cs typeface="Segoe UI"/>
              </a:defRPr>
            </a:lvl8pPr>
            <a:lvl9pPr algn="l">
              <a:defRPr sz="1200">
                <a:solidFill>
                  <a:srgbClr val="9AA8BC"/>
                </a:solidFill>
                <a:latin typeface="Segoe UI"/>
                <a:ea typeface="Segoe UI"/>
                <a:cs typeface="Segoe UI"/>
              </a:defRPr>
            </a:lvl9pPr>
          </a:lstStyle>
          <a:p xmlns:a="http://schemas.openxmlformats.org/drawingml/2006/main">
            <a:pPr algn="l">
              <a:defRPr sz="1200">
                <a:solidFill>
                  <a:srgbClr val="9AA8BC"/>
                </a:solidFill>
                <a:latin typeface="Segoe UI"/>
                <a:ea typeface="Segoe UI"/>
                <a:cs typeface="Segoe UI"/>
              </a:defRPr>
            </a:pPr>
            <a:r>
              <a:rPr sz="1200">
                <a:solidFill>
                  <a:srgbClr val="9AA8BC"/>
                </a:solidFill>
                <a:latin typeface="Segoe UI"/>
                <a:ea typeface="Segoe UI"/>
                <a:cs typeface="Segoe UI"/>
              </a:rPr>
              <a:t>RAG retrieval uses PostgreSQL / pgvector; LangGraph checkpoints persist in PostgreSQL.</a:t>
            </a:r>
          </a:p>
        </p:txBody>
      </p:sp>
    </p:spTree>
    <p:extLst>
      <p:ext uri="{BB962C8B-B14F-4D97-AF65-F5344CB8AC3E}">
        <p14:creationId xmlns:p14="http://schemas.microsoft.com/office/powerpoint/2010/main" val="205006009"/>
      </p:ext>
    </p:extLst>
  </p:cSld>
</p:sld>
</file>

<file path=ppt/slides/slide2.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A23D245D-03D2-45A2-BFD0-54440274A168}"/>
              </a:ext>
            </a:extLst>
          </p:cNvPr>
          <p:cNvCxnSpPr>
            <a:stCxn xmlns:a="http://schemas.openxmlformats.org/drawingml/2006/main" id="22" idx="2"/>
            <a:endCxn xmlns:a="http://schemas.openxmlformats.org/drawingml/2006/main" id="30" idx="1"/>
          </p:cNvCxnSpPr>
          <p:nvPr/>
        </p:nvCxnSpPr>
        <p:spPr>
          <a:xfrm xmlns:a="http://schemas.openxmlformats.org/drawingml/2006/main">
            <a:off x="6629400" y="3914775"/>
            <a:ext cx="1466850" cy="1085850"/>
          </a:xfrm>
          <a:prstGeom xmlns:a="http://schemas.openxmlformats.org/drawingml/2006/main" prst="bentConnector3">
            <a:avLst>
              <a:gd name="adj1" fmla="val 0"/>
            </a:avLst>
          </a:prstGeom>
          <a:ln xmlns:a="http://schemas.openxmlformats.org/drawingml/2006/main" w="17145">
            <a:solidFill>
              <a:srgbClr val="D4ED50"/>
            </a:solidFill>
            <a:prstDash val="solid"/>
            <a:tailEnd type="triangle" w="sm" len="sm"/>
          </a:ln>
        </p:spPr>
      </p:cxnSp>
      <p:cxnSp>
        <p:nvCxnSpPr>
          <p:cNvPr id="33" name="">
            <a:extLst xmlns:a="http://schemas.openxmlformats.org/drawingml/2006/main">
              <a:ext uri="{FF2B5EF4-FFF2-40B4-BE49-F238E27FC236}">
                <a16:creationId xmlns:a16="http://schemas.microsoft.com/office/drawing/2014/main" id="{29AC3833-04D5-4249-92E4-1392894CECB4}"/>
              </a:ext>
            </a:extLst>
          </p:cNvPr>
          <p:cNvCxnSpPr>
            <a:stCxn xmlns:a="http://schemas.openxmlformats.org/drawingml/2006/main" id="22" idx="3"/>
            <a:endCxn xmlns:a="http://schemas.openxmlformats.org/drawingml/2006/main" id="27" idx="1"/>
          </p:cNvCxnSpPr>
          <p:nvPr/>
        </p:nvCxnSpPr>
        <p:spPr>
          <a:xfrm xmlns:a="http://schemas.openxmlformats.org/drawingml/2006/main">
            <a:off x="7696200" y="3429000"/>
            <a:ext cx="400050" cy="95250"/>
          </a:xfrm>
          <a:prstGeom xmlns:a="http://schemas.openxmlformats.org/drawingml/2006/main" prst="bentConnector3">
            <a:avLst>
              <a:gd name="adj1" fmla="val 50000"/>
            </a:avLst>
          </a:prstGeom>
          <a:ln xmlns:a="http://schemas.openxmlformats.org/drawingml/2006/main" w="17145">
            <a:solidFill>
              <a:srgbClr val="FF7F91"/>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30790B0E-8AB4-45B3-8AC9-C0B57B97F6B1}"/>
              </a:ext>
            </a:extLst>
          </p:cNvPr>
          <p:cNvCxnSpPr>
            <a:stCxn xmlns:a="http://schemas.openxmlformats.org/drawingml/2006/main" id="21" idx="3"/>
            <a:endCxn xmlns:a="http://schemas.openxmlformats.org/drawingml/2006/main" id="22" idx="1"/>
          </p:cNvCxnSpPr>
          <p:nvPr/>
        </p:nvCxnSpPr>
        <p:spPr>
          <a:xfrm xmlns:a="http://schemas.openxmlformats.org/drawingml/2006/main">
            <a:off x="5353050" y="3429000"/>
            <a:ext cx="209550" cy="0"/>
          </a:xfrm>
          <a:prstGeom xmlns:a="http://schemas.openxmlformats.org/drawingml/2006/main" prst="straightConnector1">
            <a:avLst/>
          </a:prstGeom>
          <a:ln xmlns:a="http://schemas.openxmlformats.org/drawingml/2006/main" w="17145">
            <a:solidFill>
              <a:srgbClr val="FFB35D"/>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31F86235-F7DE-4F38-A0DA-B31EAB71C5DD}"/>
              </a:ext>
            </a:extLst>
          </p:cNvPr>
          <p:cNvCxnSpPr>
            <a:stCxn xmlns:a="http://schemas.openxmlformats.org/drawingml/2006/main" id="20" idx="3"/>
            <a:endCxn xmlns:a="http://schemas.openxmlformats.org/drawingml/2006/main" id="21" idx="1"/>
          </p:cNvCxnSpPr>
          <p:nvPr/>
        </p:nvCxnSpPr>
        <p:spPr>
          <a:xfrm xmlns:a="http://schemas.openxmlformats.org/drawingml/2006/main">
            <a:off x="3581400" y="3429000"/>
            <a:ext cx="20955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7123693A-CFF6-4D8A-B20F-FFFB21057BB6}"/>
              </a:ext>
            </a:extLst>
          </p:cNvPr>
          <p:cNvCxnSpPr>
            <a:stCxn xmlns:a="http://schemas.openxmlformats.org/drawingml/2006/main" id="19" idx="3"/>
            <a:endCxn xmlns:a="http://schemas.openxmlformats.org/drawingml/2006/main" id="20" idx="1"/>
          </p:cNvCxnSpPr>
          <p:nvPr/>
        </p:nvCxnSpPr>
        <p:spPr>
          <a:xfrm xmlns:a="http://schemas.openxmlformats.org/drawingml/2006/main">
            <a:off x="1866900" y="3429000"/>
            <a:ext cx="20955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3098D068-CF32-48C4-8EFB-2416A2034162}"/>
              </a:ext>
            </a:extLst>
          </p:cNvPr>
          <p:cNvCxnSpPr>
            <a:stCxn xmlns:a="http://schemas.openxmlformats.org/drawingml/2006/main" id="11" idx="3"/>
            <a:endCxn xmlns:a="http://schemas.openxmlformats.org/drawingml/2006/main" id="12" idx="1"/>
          </p:cNvCxnSpPr>
          <p:nvPr/>
        </p:nvCxnSpPr>
        <p:spPr>
          <a:xfrm xmlns:a="http://schemas.openxmlformats.org/drawingml/2006/main">
            <a:off x="9029700" y="2085975"/>
            <a:ext cx="22860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BB0D0D7D-84F1-4D43-9746-303FE8430662}"/>
              </a:ext>
            </a:extLst>
          </p:cNvPr>
          <p:cNvCxnSpPr>
            <a:stCxn xmlns:a="http://schemas.openxmlformats.org/drawingml/2006/main" id="10" idx="3"/>
            <a:endCxn xmlns:a="http://schemas.openxmlformats.org/drawingml/2006/main" id="11" idx="1"/>
          </p:cNvCxnSpPr>
          <p:nvPr/>
        </p:nvCxnSpPr>
        <p:spPr>
          <a:xfrm xmlns:a="http://schemas.openxmlformats.org/drawingml/2006/main">
            <a:off x="7124700" y="2085975"/>
            <a:ext cx="22860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995FDD6B-CF2B-43BE-B386-C38AE9236CDD}"/>
              </a:ext>
            </a:extLst>
          </p:cNvPr>
          <p:cNvCxnSpPr>
            <a:stCxn xmlns:a="http://schemas.openxmlformats.org/drawingml/2006/main" id="9" idx="3"/>
            <a:endCxn xmlns:a="http://schemas.openxmlformats.org/drawingml/2006/main" id="10" idx="1"/>
          </p:cNvCxnSpPr>
          <p:nvPr/>
        </p:nvCxnSpPr>
        <p:spPr>
          <a:xfrm xmlns:a="http://schemas.openxmlformats.org/drawingml/2006/main">
            <a:off x="5314950" y="2085975"/>
            <a:ext cx="228600" cy="0"/>
          </a:xfrm>
          <a:prstGeom xmlns:a="http://schemas.openxmlformats.org/drawingml/2006/main" prst="straightConnector1">
            <a:avLst/>
          </a:prstGeom>
          <a:ln xmlns:a="http://schemas.openxmlformats.org/drawingml/2006/main" w="17145">
            <a:solidFill>
              <a:srgbClr val="A38AFF"/>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1C926792-9D25-4516-B099-FB0FBEA3E583}"/>
              </a:ext>
            </a:extLst>
          </p:cNvPr>
          <p:cNvCxnSpPr>
            <a:stCxn xmlns:a="http://schemas.openxmlformats.org/drawingml/2006/main" id="8" idx="3"/>
            <a:endCxn xmlns:a="http://schemas.openxmlformats.org/drawingml/2006/main" id="9" idx="1"/>
          </p:cNvCxnSpPr>
          <p:nvPr/>
        </p:nvCxnSpPr>
        <p:spPr>
          <a:xfrm xmlns:a="http://schemas.openxmlformats.org/drawingml/2006/main">
            <a:off x="3733800" y="2085975"/>
            <a:ext cx="228600" cy="0"/>
          </a:xfrm>
          <a:prstGeom xmlns:a="http://schemas.openxmlformats.org/drawingml/2006/main" prst="straightConnector1">
            <a:avLst/>
          </a:prstGeom>
          <a:ln xmlns:a="http://schemas.openxmlformats.org/drawingml/2006/main" w="17145">
            <a:solidFill>
              <a:srgbClr val="6877FF"/>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D2B66894-CA75-40F3-822B-BD9B74091377}"/>
              </a:ext>
            </a:extLst>
          </p:cNvPr>
          <p:cNvCxnSpPr>
            <a:stCxn xmlns:a="http://schemas.openxmlformats.org/drawingml/2006/main" id="7" idx="3"/>
            <a:endCxn xmlns:a="http://schemas.openxmlformats.org/drawingml/2006/main" id="8" idx="1"/>
          </p:cNvCxnSpPr>
          <p:nvPr/>
        </p:nvCxnSpPr>
        <p:spPr>
          <a:xfrm xmlns:a="http://schemas.openxmlformats.org/drawingml/2006/main">
            <a:off x="1847850" y="2085975"/>
            <a:ext cx="228600" cy="0"/>
          </a:xfrm>
          <a:prstGeom xmlns:a="http://schemas.openxmlformats.org/drawingml/2006/main" prst="straightConnector1">
            <a:avLst/>
          </a:prstGeom>
          <a:ln xmlns:a="http://schemas.openxmlformats.org/drawingml/2006/main" w="17145">
            <a:solidFill>
              <a:srgbClr val="37C9C4"/>
            </a:solidFill>
            <a:prstDash val="solid"/>
            <a:tailEnd type="triangle" w="sm" len="sm"/>
          </a:ln>
        </p:spPr>
      </p:cxnSp>
      <p:sp>
        <p:nvSpPr>
          <p:cNvPr id="42" name="eyebrow-02  /  AGENTIC FLOW">
            <a:extLst xmlns:a="http://schemas.openxmlformats.org/drawingml/2006/main">
              <a:ext uri="{FF2B5EF4-FFF2-40B4-BE49-F238E27FC236}">
                <a16:creationId xmlns:a16="http://schemas.microsoft.com/office/drawing/2014/main" id="{A3A1E815-68B7-4A59-BF67-CF88AD44C459}"/>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02  /  AGENTIC FLOW</a:t>
            </a:r>
          </a:p>
        </p:txBody>
      </p:sp>
      <p:sp>
        <p:nvSpPr>
          <p:cNvPr id="2" name="title-02  /  AGENTIC FLOW">
            <a:extLst xmlns:a="http://schemas.openxmlformats.org/drawingml/2006/main">
              <a:ext uri="{FF2B5EF4-FFF2-40B4-BE49-F238E27FC236}">
                <a16:creationId xmlns:a16="http://schemas.microsoft.com/office/drawing/2014/main" id="{8CF34725-A8C8-40D8-BC7E-DFFD1FC8DDC8}"/>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LangGraph Agentic Flow</a:t>
            </a:r>
          </a:p>
        </p:txBody>
      </p:sp>
      <p:sp>
        <p:nvSpPr>
          <p:cNvPr id="3" name="subtitle-02  /  AGENTIC FLOW">
            <a:extLst xmlns:a="http://schemas.openxmlformats.org/drawingml/2006/main">
              <a:ext uri="{FF2B5EF4-FFF2-40B4-BE49-F238E27FC236}">
                <a16:creationId xmlns:a16="http://schemas.microsoft.com/office/drawing/2014/main" id="{AED0CCDB-BB2E-4E72-A1FF-72FE5EB14B15}"/>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A pending quiz session changes the next turn: the learner’s answer is scored against the active question.</a:t>
            </a:r>
          </a:p>
        </p:txBody>
      </p:sp>
      <p:sp>
        <p:nvSpPr>
          <p:cNvPr id="4" name="agentic-langgraph-logo-tile">
            <a:extLst xmlns:a="http://schemas.openxmlformats.org/drawingml/2006/main">
              <a:ext uri="{FF2B5EF4-FFF2-40B4-BE49-F238E27FC236}">
                <a16:creationId xmlns:a16="http://schemas.microsoft.com/office/drawing/2014/main" id="{BF330467-1E0A-47A1-92B3-8EB84C0D6BF2}"/>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C8637748-7805-4649-8D7D-5C39CF270B7E}"/>
              </a:ext>
            </a:extLst>
          </p:cNvPr>
          <p:cNvPicPr>
            <a:picLocks xmlns:a="http://schemas.openxmlformats.org/drawingml/2006/main" noChangeAspect="1"/>
          </p:cNvPicPr>
          <p:nvPr/>
        </p:nvPicPr>
        <p:blipFill>
          <a:blip xmlns:r="http://schemas.openxmlformats.org/officeDocument/2006/relationships" xmlns:a="http://schemas.openxmlformats.org/drawingml/2006/main" r:embed="Rd53d904bd9fc4bad">
            <a:extLst>
              <a:ext uri="{96DAC541-7B7A-43D3-8B79-37D633B846F1}">
                <asvg:svgBlip xmlns:asvg="http://schemas.microsoft.com/office/drawing/2016/SVG/main" r:embed="R4d1e31031fd940fe"/>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quiz-start-label">
            <a:extLst xmlns:a="http://schemas.openxmlformats.org/drawingml/2006/main">
              <a:ext uri="{FF2B5EF4-FFF2-40B4-BE49-F238E27FC236}">
                <a16:creationId xmlns:a16="http://schemas.microsoft.com/office/drawing/2014/main" id="{23D17D8A-D932-4B1F-B14B-333594AD3534}"/>
              </a:ext>
            </a:extLst>
          </p:cNvPr>
          <p:cNvSpPr>
            <a:spLocks xmlns:a="http://schemas.openxmlformats.org/drawingml/2006/main" noGrp="1"/>
          </p:cNvSpPr>
          <p:nvPr/>
        </p:nvSpPr>
        <p:spPr>
          <a:xfrm xmlns:a="http://schemas.openxmlformats.org/drawingml/2006/main">
            <a:off x="514350" y="15049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1">
                <a:solidFill>
                  <a:srgbClr val="37C9C4"/>
                </a:solidFill>
                <a:latin typeface="Segoe UI"/>
                <a:ea typeface="Segoe UI"/>
                <a:cs typeface="Segoe UI"/>
              </a:defRPr>
            </a:defPPr>
            <a:lvl1pPr algn="l">
              <a:defRPr sz="938" b="1">
                <a:solidFill>
                  <a:srgbClr val="37C9C4"/>
                </a:solidFill>
                <a:latin typeface="Segoe UI"/>
                <a:ea typeface="Segoe UI"/>
                <a:cs typeface="Segoe UI"/>
              </a:defRPr>
            </a:lvl1pPr>
            <a:lvl2pPr algn="l">
              <a:defRPr sz="938" b="1">
                <a:solidFill>
                  <a:srgbClr val="37C9C4"/>
                </a:solidFill>
                <a:latin typeface="Segoe UI"/>
                <a:ea typeface="Segoe UI"/>
                <a:cs typeface="Segoe UI"/>
              </a:defRPr>
            </a:lvl2pPr>
            <a:lvl3pPr algn="l">
              <a:defRPr sz="938" b="1">
                <a:solidFill>
                  <a:srgbClr val="37C9C4"/>
                </a:solidFill>
                <a:latin typeface="Segoe UI"/>
                <a:ea typeface="Segoe UI"/>
                <a:cs typeface="Segoe UI"/>
              </a:defRPr>
            </a:lvl3pPr>
            <a:lvl4pPr algn="l">
              <a:defRPr sz="938" b="1">
                <a:solidFill>
                  <a:srgbClr val="37C9C4"/>
                </a:solidFill>
                <a:latin typeface="Segoe UI"/>
                <a:ea typeface="Segoe UI"/>
                <a:cs typeface="Segoe UI"/>
              </a:defRPr>
            </a:lvl4pPr>
            <a:lvl5pPr algn="l">
              <a:defRPr sz="938" b="1">
                <a:solidFill>
                  <a:srgbClr val="37C9C4"/>
                </a:solidFill>
                <a:latin typeface="Segoe UI"/>
                <a:ea typeface="Segoe UI"/>
                <a:cs typeface="Segoe UI"/>
              </a:defRPr>
            </a:lvl5pPr>
            <a:lvl6pPr algn="l">
              <a:defRPr sz="938" b="1">
                <a:solidFill>
                  <a:srgbClr val="37C9C4"/>
                </a:solidFill>
                <a:latin typeface="Segoe UI"/>
                <a:ea typeface="Segoe UI"/>
                <a:cs typeface="Segoe UI"/>
              </a:defRPr>
            </a:lvl6pPr>
            <a:lvl7pPr algn="l">
              <a:defRPr sz="938" b="1">
                <a:solidFill>
                  <a:srgbClr val="37C9C4"/>
                </a:solidFill>
                <a:latin typeface="Segoe UI"/>
                <a:ea typeface="Segoe UI"/>
                <a:cs typeface="Segoe UI"/>
              </a:defRPr>
            </a:lvl7pPr>
            <a:lvl8pPr algn="l">
              <a:defRPr sz="938" b="1">
                <a:solidFill>
                  <a:srgbClr val="37C9C4"/>
                </a:solidFill>
                <a:latin typeface="Segoe UI"/>
                <a:ea typeface="Segoe UI"/>
                <a:cs typeface="Segoe UI"/>
              </a:defRPr>
            </a:lvl8pPr>
            <a:lvl9pPr algn="l">
              <a:defRPr sz="938" b="1">
                <a:solidFill>
                  <a:srgbClr val="37C9C4"/>
                </a:solidFill>
                <a:latin typeface="Segoe UI"/>
                <a:ea typeface="Segoe UI"/>
                <a:cs typeface="Segoe UI"/>
              </a:defRPr>
            </a:lvl9pPr>
          </a:lstStyle>
          <a:p xmlns:a="http://schemas.openxmlformats.org/drawingml/2006/main">
            <a:pPr algn="l">
              <a:defRPr sz="938" b="1">
                <a:solidFill>
                  <a:srgbClr val="37C9C4"/>
                </a:solidFill>
                <a:latin typeface="Segoe UI"/>
                <a:ea typeface="Segoe UI"/>
                <a:cs typeface="Segoe UI"/>
              </a:defRPr>
            </a:pPr>
            <a:r>
              <a:rPr sz="938" b="1">
                <a:solidFill>
                  <a:srgbClr val="37C9C4"/>
                </a:solidFill>
                <a:latin typeface="Segoe UI"/>
                <a:ea typeface="Segoe UI"/>
                <a:cs typeface="Segoe UI"/>
              </a:rPr>
              <a:t>NEW QUIZ · QUESTION DELIVERY</a:t>
            </a:r>
          </a:p>
        </p:txBody>
      </p:sp>
      <p:sp>
        <p:nvSpPr>
          <p:cNvPr id="7" name="quiz-intent">
            <a:extLst xmlns:a="http://schemas.openxmlformats.org/drawingml/2006/main">
              <a:ext uri="{FF2B5EF4-FFF2-40B4-BE49-F238E27FC236}">
                <a16:creationId xmlns:a16="http://schemas.microsoft.com/office/drawing/2014/main" id="{9AB7083D-CAB0-4CC7-A7C4-A71CEF23439D}"/>
              </a:ext>
            </a:extLst>
          </p:cNvPr>
          <p:cNvSpPr>
            <a:spLocks xmlns:a="http://schemas.openxmlformats.org/drawingml/2006/main" noGrp="1"/>
          </p:cNvSpPr>
          <p:nvPr/>
        </p:nvSpPr>
        <p:spPr>
          <a:xfrm xmlns:a="http://schemas.openxmlformats.org/drawingml/2006/main">
            <a:off x="514350" y="1752600"/>
            <a:ext cx="133350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Quiz intent</a:t>
            </a:r>
          </a:p>
        </p:txBody>
      </p:sp>
      <p:sp>
        <p:nvSpPr>
          <p:cNvPr id="8" name="problem-generator">
            <a:extLst xmlns:a="http://schemas.openxmlformats.org/drawingml/2006/main">
              <a:ext uri="{FF2B5EF4-FFF2-40B4-BE49-F238E27FC236}">
                <a16:creationId xmlns:a16="http://schemas.microsoft.com/office/drawing/2014/main" id="{588782AE-DCCC-4AEE-BB6C-CFCC2CF3D6FC}"/>
              </a:ext>
            </a:extLst>
          </p:cNvPr>
          <p:cNvSpPr>
            <a:spLocks xmlns:a="http://schemas.openxmlformats.org/drawingml/2006/main" noGrp="1"/>
          </p:cNvSpPr>
          <p:nvPr/>
        </p:nvSpPr>
        <p:spPr>
          <a:xfrm xmlns:a="http://schemas.openxmlformats.org/drawingml/2006/main">
            <a:off x="2076450" y="1752600"/>
            <a:ext cx="165735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Problem</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generator</a:t>
            </a:r>
          </a:p>
        </p:txBody>
      </p:sp>
      <p:sp>
        <p:nvSpPr>
          <p:cNvPr id="9" name="quiz-ask">
            <a:extLst xmlns:a="http://schemas.openxmlformats.org/drawingml/2006/main">
              <a:ext uri="{FF2B5EF4-FFF2-40B4-BE49-F238E27FC236}">
                <a16:creationId xmlns:a16="http://schemas.microsoft.com/office/drawing/2014/main" id="{0E532C3B-6B68-459A-A475-920F6C0F3A5A}"/>
              </a:ext>
            </a:extLst>
          </p:cNvPr>
          <p:cNvSpPr>
            <a:spLocks xmlns:a="http://schemas.openxmlformats.org/drawingml/2006/main" noGrp="1"/>
          </p:cNvSpPr>
          <p:nvPr/>
        </p:nvSpPr>
        <p:spPr>
          <a:xfrm xmlns:a="http://schemas.openxmlformats.org/drawingml/2006/main">
            <a:off x="3962400" y="1752600"/>
            <a:ext cx="135255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Quiz ask</a:t>
            </a:r>
          </a:p>
        </p:txBody>
      </p:sp>
      <p:sp>
        <p:nvSpPr>
          <p:cNvPr id="10" name="question-accessibility">
            <a:extLst xmlns:a="http://schemas.openxmlformats.org/drawingml/2006/main">
              <a:ext uri="{FF2B5EF4-FFF2-40B4-BE49-F238E27FC236}">
                <a16:creationId xmlns:a16="http://schemas.microsoft.com/office/drawing/2014/main" id="{C71B34D6-99C9-4BE5-9397-233F3E176780}"/>
              </a:ext>
            </a:extLst>
          </p:cNvPr>
          <p:cNvSpPr>
            <a:spLocks xmlns:a="http://schemas.openxmlformats.org/drawingml/2006/main" noGrp="1"/>
          </p:cNvSpPr>
          <p:nvPr/>
        </p:nvSpPr>
        <p:spPr>
          <a:xfrm xmlns:a="http://schemas.openxmlformats.org/drawingml/2006/main">
            <a:off x="5543550" y="1752600"/>
            <a:ext cx="1581150" cy="666750"/>
          </a:xfrm>
          <a:prstGeom xmlns:a="http://schemas.openxmlformats.org/drawingml/2006/main" prst="roundRect">
            <a:avLst>
              <a:gd name="adj" fmla="val 14286"/>
            </a:avLst>
          </a:prstGeom>
          <a:solidFill xmlns:a="http://schemas.openxmlformats.org/drawingml/2006/main">
            <a:srgbClr val="292643"/>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Accessibility</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output gate</a:t>
            </a:r>
          </a:p>
        </p:txBody>
      </p:sp>
      <p:sp>
        <p:nvSpPr>
          <p:cNvPr id="11" name="question-delivered">
            <a:extLst xmlns:a="http://schemas.openxmlformats.org/drawingml/2006/main">
              <a:ext uri="{FF2B5EF4-FFF2-40B4-BE49-F238E27FC236}">
                <a16:creationId xmlns:a16="http://schemas.microsoft.com/office/drawing/2014/main" id="{1FD899E0-4B50-4617-B472-D1339710EAFE}"/>
              </a:ext>
            </a:extLst>
          </p:cNvPr>
          <p:cNvSpPr>
            <a:spLocks xmlns:a="http://schemas.openxmlformats.org/drawingml/2006/main" noGrp="1"/>
          </p:cNvSpPr>
          <p:nvPr/>
        </p:nvSpPr>
        <p:spPr>
          <a:xfrm xmlns:a="http://schemas.openxmlformats.org/drawingml/2006/main">
            <a:off x="7353300" y="1752600"/>
            <a:ext cx="1676400" cy="666750"/>
          </a:xfrm>
          <a:prstGeom xmlns:a="http://schemas.openxmlformats.org/drawingml/2006/main" prst="roundRect">
            <a:avLst>
              <a:gd name="adj" fmla="val 14286"/>
            </a:avLst>
          </a:prstGeom>
          <a:solidFill xmlns:a="http://schemas.openxmlformats.org/drawingml/2006/main">
            <a:srgbClr val="1B2D36"/>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Question</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delivered</a:t>
            </a:r>
          </a:p>
        </p:txBody>
      </p:sp>
      <p:sp>
        <p:nvSpPr>
          <p:cNvPr id="12" name="next-turn">
            <a:extLst xmlns:a="http://schemas.openxmlformats.org/drawingml/2006/main">
              <a:ext uri="{FF2B5EF4-FFF2-40B4-BE49-F238E27FC236}">
                <a16:creationId xmlns:a16="http://schemas.microsoft.com/office/drawing/2014/main" id="{B99106CB-4A93-4D44-B57B-8AFFFA4A5D34}"/>
              </a:ext>
            </a:extLst>
          </p:cNvPr>
          <p:cNvSpPr>
            <a:spLocks xmlns:a="http://schemas.openxmlformats.org/drawingml/2006/main" noGrp="1"/>
          </p:cNvSpPr>
          <p:nvPr/>
        </p:nvSpPr>
        <p:spPr>
          <a:xfrm xmlns:a="http://schemas.openxmlformats.org/drawingml/2006/main">
            <a:off x="9258300" y="1752600"/>
            <a:ext cx="2419350" cy="666750"/>
          </a:xfrm>
          <a:prstGeom xmlns:a="http://schemas.openxmlformats.org/drawingml/2006/main" prst="roundRect">
            <a:avLst>
              <a:gd name="adj" fmla="val 14286"/>
            </a:avLst>
          </a:prstGeom>
          <a:solidFill xmlns:a="http://schemas.openxmlformats.org/drawingml/2006/main">
            <a:srgbClr val="151B2D"/>
          </a:solidFill>
          <a:ln xmlns:a="http://schemas.openxmlformats.org/drawingml/2006/main" w="13335">
            <a:solidFill>
              <a:srgbClr val="344258"/>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Next turn:</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learner answers</a:t>
            </a:r>
          </a:p>
        </p:txBody>
      </p:sp>
      <p:sp>
        <p:nvSpPr>
          <p:cNvPr id="18" name="active-quiz-label">
            <a:extLst xmlns:a="http://schemas.openxmlformats.org/drawingml/2006/main">
              <a:ext uri="{FF2B5EF4-FFF2-40B4-BE49-F238E27FC236}">
                <a16:creationId xmlns:a16="http://schemas.microsoft.com/office/drawing/2014/main" id="{39A0AC3F-009E-49E6-9A4E-6A747E6DC8D2}"/>
              </a:ext>
            </a:extLst>
          </p:cNvPr>
          <p:cNvSpPr>
            <a:spLocks xmlns:a="http://schemas.openxmlformats.org/drawingml/2006/main" noGrp="1"/>
          </p:cNvSpPr>
          <p:nvPr/>
        </p:nvSpPr>
        <p:spPr>
          <a:xfrm xmlns:a="http://schemas.openxmlformats.org/drawingml/2006/main">
            <a:off x="514350" y="2838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1">
                <a:solidFill>
                  <a:srgbClr val="FFB35D"/>
                </a:solidFill>
                <a:latin typeface="Segoe UI"/>
                <a:ea typeface="Segoe UI"/>
                <a:cs typeface="Segoe UI"/>
              </a:defRPr>
            </a:defPPr>
            <a:lvl1pPr algn="l">
              <a:defRPr sz="938" b="1">
                <a:solidFill>
                  <a:srgbClr val="FFB35D"/>
                </a:solidFill>
                <a:latin typeface="Segoe UI"/>
                <a:ea typeface="Segoe UI"/>
                <a:cs typeface="Segoe UI"/>
              </a:defRPr>
            </a:lvl1pPr>
            <a:lvl2pPr algn="l">
              <a:defRPr sz="938" b="1">
                <a:solidFill>
                  <a:srgbClr val="FFB35D"/>
                </a:solidFill>
                <a:latin typeface="Segoe UI"/>
                <a:ea typeface="Segoe UI"/>
                <a:cs typeface="Segoe UI"/>
              </a:defRPr>
            </a:lvl2pPr>
            <a:lvl3pPr algn="l">
              <a:defRPr sz="938" b="1">
                <a:solidFill>
                  <a:srgbClr val="FFB35D"/>
                </a:solidFill>
                <a:latin typeface="Segoe UI"/>
                <a:ea typeface="Segoe UI"/>
                <a:cs typeface="Segoe UI"/>
              </a:defRPr>
            </a:lvl3pPr>
            <a:lvl4pPr algn="l">
              <a:defRPr sz="938" b="1">
                <a:solidFill>
                  <a:srgbClr val="FFB35D"/>
                </a:solidFill>
                <a:latin typeface="Segoe UI"/>
                <a:ea typeface="Segoe UI"/>
                <a:cs typeface="Segoe UI"/>
              </a:defRPr>
            </a:lvl4pPr>
            <a:lvl5pPr algn="l">
              <a:defRPr sz="938" b="1">
                <a:solidFill>
                  <a:srgbClr val="FFB35D"/>
                </a:solidFill>
                <a:latin typeface="Segoe UI"/>
                <a:ea typeface="Segoe UI"/>
                <a:cs typeface="Segoe UI"/>
              </a:defRPr>
            </a:lvl5pPr>
            <a:lvl6pPr algn="l">
              <a:defRPr sz="938" b="1">
                <a:solidFill>
                  <a:srgbClr val="FFB35D"/>
                </a:solidFill>
                <a:latin typeface="Segoe UI"/>
                <a:ea typeface="Segoe UI"/>
                <a:cs typeface="Segoe UI"/>
              </a:defRPr>
            </a:lvl6pPr>
            <a:lvl7pPr algn="l">
              <a:defRPr sz="938" b="1">
                <a:solidFill>
                  <a:srgbClr val="FFB35D"/>
                </a:solidFill>
                <a:latin typeface="Segoe UI"/>
                <a:ea typeface="Segoe UI"/>
                <a:cs typeface="Segoe UI"/>
              </a:defRPr>
            </a:lvl7pPr>
            <a:lvl8pPr algn="l">
              <a:defRPr sz="938" b="1">
                <a:solidFill>
                  <a:srgbClr val="FFB35D"/>
                </a:solidFill>
                <a:latin typeface="Segoe UI"/>
                <a:ea typeface="Segoe UI"/>
                <a:cs typeface="Segoe UI"/>
              </a:defRPr>
            </a:lvl8pPr>
            <a:lvl9pPr algn="l">
              <a:defRPr sz="938" b="1">
                <a:solidFill>
                  <a:srgbClr val="FFB35D"/>
                </a:solidFill>
                <a:latin typeface="Segoe UI"/>
                <a:ea typeface="Segoe UI"/>
                <a:cs typeface="Segoe UI"/>
              </a:defRPr>
            </a:lvl9pPr>
          </a:lstStyle>
          <a:p xmlns:a="http://schemas.openxmlformats.org/drawingml/2006/main">
            <a:pPr algn="l">
              <a:defRPr sz="938" b="1">
                <a:solidFill>
                  <a:srgbClr val="FFB35D"/>
                </a:solidFill>
                <a:latin typeface="Segoe UI"/>
                <a:ea typeface="Segoe UI"/>
                <a:cs typeface="Segoe UI"/>
              </a:defRPr>
            </a:pPr>
            <a:r>
              <a:rPr sz="938" b="1">
                <a:solidFill>
                  <a:srgbClr val="FFB35D"/>
                </a:solidFill>
                <a:latin typeface="Segoe UI"/>
                <a:ea typeface="Segoe UI"/>
                <a:cs typeface="Segoe UI"/>
              </a:rPr>
              <a:t>ACTIVE QUIZ · ANSWER EVALUATION</a:t>
            </a:r>
          </a:p>
        </p:txBody>
      </p:sp>
      <p:sp>
        <p:nvSpPr>
          <p:cNvPr id="19" name="answer-turn">
            <a:extLst xmlns:a="http://schemas.openxmlformats.org/drawingml/2006/main">
              <a:ext uri="{FF2B5EF4-FFF2-40B4-BE49-F238E27FC236}">
                <a16:creationId xmlns:a16="http://schemas.microsoft.com/office/drawing/2014/main" id="{54F1FFA4-D16A-4970-97C0-09F3DD96AE49}"/>
              </a:ext>
            </a:extLst>
          </p:cNvPr>
          <p:cNvSpPr>
            <a:spLocks xmlns:a="http://schemas.openxmlformats.org/drawingml/2006/main" noGrp="1"/>
          </p:cNvSpPr>
          <p:nvPr/>
        </p:nvSpPr>
        <p:spPr>
          <a:xfrm xmlns:a="http://schemas.openxmlformats.org/drawingml/2006/main">
            <a:off x="514350" y="3095625"/>
            <a:ext cx="135255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350" b="1">
                <a:solidFill>
                  <a:srgbClr val="F5F7FC"/>
                </a:solidFill>
                <a:latin typeface="Segoe UI"/>
                <a:ea typeface="Segoe UI"/>
                <a:cs typeface="Segoe UI"/>
              </a:defRPr>
            </a:defPPr>
            <a:lvl1pPr algn="ctr">
              <a:defRPr sz="1350" b="1">
                <a:solidFill>
                  <a:srgbClr val="F5F7FC"/>
                </a:solidFill>
                <a:latin typeface="Segoe UI"/>
                <a:ea typeface="Segoe UI"/>
                <a:cs typeface="Segoe UI"/>
              </a:defRPr>
            </a:lvl1pPr>
            <a:lvl2pPr algn="ctr">
              <a:defRPr sz="1350" b="1">
                <a:solidFill>
                  <a:srgbClr val="F5F7FC"/>
                </a:solidFill>
                <a:latin typeface="Segoe UI"/>
                <a:ea typeface="Segoe UI"/>
                <a:cs typeface="Segoe UI"/>
              </a:defRPr>
            </a:lvl2pPr>
            <a:lvl3pPr algn="ctr">
              <a:defRPr sz="1350" b="1">
                <a:solidFill>
                  <a:srgbClr val="F5F7FC"/>
                </a:solidFill>
                <a:latin typeface="Segoe UI"/>
                <a:ea typeface="Segoe UI"/>
                <a:cs typeface="Segoe UI"/>
              </a:defRPr>
            </a:lvl3pPr>
            <a:lvl4pPr algn="ctr">
              <a:defRPr sz="1350" b="1">
                <a:solidFill>
                  <a:srgbClr val="F5F7FC"/>
                </a:solidFill>
                <a:latin typeface="Segoe UI"/>
                <a:ea typeface="Segoe UI"/>
                <a:cs typeface="Segoe UI"/>
              </a:defRPr>
            </a:lvl4pPr>
            <a:lvl5pPr algn="ctr">
              <a:defRPr sz="1350" b="1">
                <a:solidFill>
                  <a:srgbClr val="F5F7FC"/>
                </a:solidFill>
                <a:latin typeface="Segoe UI"/>
                <a:ea typeface="Segoe UI"/>
                <a:cs typeface="Segoe UI"/>
              </a:defRPr>
            </a:lvl5pPr>
            <a:lvl6pPr algn="ctr">
              <a:defRPr sz="1350" b="1">
                <a:solidFill>
                  <a:srgbClr val="F5F7FC"/>
                </a:solidFill>
                <a:latin typeface="Segoe UI"/>
                <a:ea typeface="Segoe UI"/>
                <a:cs typeface="Segoe UI"/>
              </a:defRPr>
            </a:lvl6pPr>
            <a:lvl7pPr algn="ctr">
              <a:defRPr sz="1350" b="1">
                <a:solidFill>
                  <a:srgbClr val="F5F7FC"/>
                </a:solidFill>
                <a:latin typeface="Segoe UI"/>
                <a:ea typeface="Segoe UI"/>
                <a:cs typeface="Segoe UI"/>
              </a:defRPr>
            </a:lvl7pPr>
            <a:lvl8pPr algn="ctr">
              <a:defRPr sz="1350" b="1">
                <a:solidFill>
                  <a:srgbClr val="F5F7FC"/>
                </a:solidFill>
                <a:latin typeface="Segoe UI"/>
                <a:ea typeface="Segoe UI"/>
                <a:cs typeface="Segoe UI"/>
              </a:defRPr>
            </a:lvl8pPr>
            <a:lvl9pPr algn="ctr">
              <a:defRPr sz="1350" b="1">
                <a:solidFill>
                  <a:srgbClr val="F5F7FC"/>
                </a:solidFill>
                <a:latin typeface="Segoe UI"/>
                <a:ea typeface="Segoe UI"/>
                <a:cs typeface="Segoe UI"/>
              </a:defRPr>
            </a:lvl9pPr>
          </a:lstStyle>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Student</a:t>
            </a:r>
          </a:p>
          <a:p xmlns:a="http://schemas.openxmlformats.org/drawingml/2006/main">
            <a:pPr algn="ctr">
              <a:defRPr sz="1350" b="1">
                <a:solidFill>
                  <a:srgbClr val="F5F7FC"/>
                </a:solidFill>
                <a:latin typeface="Segoe UI"/>
                <a:ea typeface="Segoe UI"/>
                <a:cs typeface="Segoe UI"/>
              </a:defRPr>
            </a:pPr>
            <a:r>
              <a:rPr sz="1350" b="1">
                <a:solidFill>
                  <a:srgbClr val="F5F7FC"/>
                </a:solidFill>
                <a:latin typeface="Segoe UI"/>
                <a:ea typeface="Segoe UI"/>
                <a:cs typeface="Segoe UI"/>
              </a:rPr>
              <a:t>answer</a:t>
            </a:r>
          </a:p>
        </p:txBody>
      </p:sp>
      <p:sp>
        <p:nvSpPr>
          <p:cNvPr id="20" name="intent-router-active-quiz">
            <a:extLst xmlns:a="http://schemas.openxmlformats.org/drawingml/2006/main">
              <a:ext uri="{FF2B5EF4-FFF2-40B4-BE49-F238E27FC236}">
                <a16:creationId xmlns:a16="http://schemas.microsoft.com/office/drawing/2014/main" id="{1C214053-FF30-4068-B5DB-9F54C336B050}"/>
              </a:ext>
            </a:extLst>
          </p:cNvPr>
          <p:cNvSpPr>
            <a:spLocks xmlns:a="http://schemas.openxmlformats.org/drawingml/2006/main" noGrp="1"/>
          </p:cNvSpPr>
          <p:nvPr/>
        </p:nvSpPr>
        <p:spPr>
          <a:xfrm xmlns:a="http://schemas.openxmlformats.org/drawingml/2006/main">
            <a:off x="2076450" y="3095625"/>
            <a:ext cx="1504950" cy="666750"/>
          </a:xfrm>
          <a:prstGeom xmlns:a="http://schemas.openxmlformats.org/drawingml/2006/main" prst="roundRect">
            <a:avLst>
              <a:gd name="adj" fmla="val 14286"/>
            </a:avLst>
          </a:prstGeom>
          <a:solidFill xmlns:a="http://schemas.openxmlformats.org/drawingml/2006/main">
            <a:srgbClr val="20254A"/>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425" b="1">
                <a:solidFill>
                  <a:srgbClr val="F5F7FC"/>
                </a:solidFill>
                <a:latin typeface="Segoe UI"/>
                <a:ea typeface="Segoe UI"/>
                <a:cs typeface="Segoe UI"/>
              </a:defRPr>
            </a:defPPr>
            <a:lvl1pPr algn="ctr">
              <a:defRPr sz="1425" b="1">
                <a:solidFill>
                  <a:srgbClr val="F5F7FC"/>
                </a:solidFill>
                <a:latin typeface="Segoe UI"/>
                <a:ea typeface="Segoe UI"/>
                <a:cs typeface="Segoe UI"/>
              </a:defRPr>
            </a:lvl1pPr>
            <a:lvl2pPr algn="ctr">
              <a:defRPr sz="1425" b="1">
                <a:solidFill>
                  <a:srgbClr val="F5F7FC"/>
                </a:solidFill>
                <a:latin typeface="Segoe UI"/>
                <a:ea typeface="Segoe UI"/>
                <a:cs typeface="Segoe UI"/>
              </a:defRPr>
            </a:lvl2pPr>
            <a:lvl3pPr algn="ctr">
              <a:defRPr sz="1425" b="1">
                <a:solidFill>
                  <a:srgbClr val="F5F7FC"/>
                </a:solidFill>
                <a:latin typeface="Segoe UI"/>
                <a:ea typeface="Segoe UI"/>
                <a:cs typeface="Segoe UI"/>
              </a:defRPr>
            </a:lvl3pPr>
            <a:lvl4pPr algn="ctr">
              <a:defRPr sz="1425" b="1">
                <a:solidFill>
                  <a:srgbClr val="F5F7FC"/>
                </a:solidFill>
                <a:latin typeface="Segoe UI"/>
                <a:ea typeface="Segoe UI"/>
                <a:cs typeface="Segoe UI"/>
              </a:defRPr>
            </a:lvl4pPr>
            <a:lvl5pPr algn="ctr">
              <a:defRPr sz="1425" b="1">
                <a:solidFill>
                  <a:srgbClr val="F5F7FC"/>
                </a:solidFill>
                <a:latin typeface="Segoe UI"/>
                <a:ea typeface="Segoe UI"/>
                <a:cs typeface="Segoe UI"/>
              </a:defRPr>
            </a:lvl5pPr>
            <a:lvl6pPr algn="ctr">
              <a:defRPr sz="1425" b="1">
                <a:solidFill>
                  <a:srgbClr val="F5F7FC"/>
                </a:solidFill>
                <a:latin typeface="Segoe UI"/>
                <a:ea typeface="Segoe UI"/>
                <a:cs typeface="Segoe UI"/>
              </a:defRPr>
            </a:lvl6pPr>
            <a:lvl7pPr algn="ctr">
              <a:defRPr sz="1425" b="1">
                <a:solidFill>
                  <a:srgbClr val="F5F7FC"/>
                </a:solidFill>
                <a:latin typeface="Segoe UI"/>
                <a:ea typeface="Segoe UI"/>
                <a:cs typeface="Segoe UI"/>
              </a:defRPr>
            </a:lvl7pPr>
            <a:lvl8pPr algn="ctr">
              <a:defRPr sz="1425" b="1">
                <a:solidFill>
                  <a:srgbClr val="F5F7FC"/>
                </a:solidFill>
                <a:latin typeface="Segoe UI"/>
                <a:ea typeface="Segoe UI"/>
                <a:cs typeface="Segoe UI"/>
              </a:defRPr>
            </a:lvl8pPr>
            <a:lvl9pPr algn="ctr">
              <a:defRPr sz="1425" b="1">
                <a:solidFill>
                  <a:srgbClr val="F5F7FC"/>
                </a:solidFill>
                <a:latin typeface="Segoe UI"/>
                <a:ea typeface="Segoe UI"/>
                <a:cs typeface="Segoe UI"/>
              </a:defRPr>
            </a:lvl9pPr>
          </a:lstStyle>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Intent</a:t>
            </a:r>
          </a:p>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router</a:t>
            </a:r>
          </a:p>
        </p:txBody>
      </p:sp>
      <p:sp>
        <p:nvSpPr>
          <p:cNvPr id="21" name="scoring-agent-overview">
            <a:extLst xmlns:a="http://schemas.openxmlformats.org/drawingml/2006/main">
              <a:ext uri="{FF2B5EF4-FFF2-40B4-BE49-F238E27FC236}">
                <a16:creationId xmlns:a16="http://schemas.microsoft.com/office/drawing/2014/main" id="{400E1943-FE1B-43D3-AC3B-A490E852EFAC}"/>
              </a:ext>
            </a:extLst>
          </p:cNvPr>
          <p:cNvSpPr>
            <a:spLocks xmlns:a="http://schemas.openxmlformats.org/drawingml/2006/main" noGrp="1"/>
          </p:cNvSpPr>
          <p:nvPr/>
        </p:nvSpPr>
        <p:spPr>
          <a:xfrm xmlns:a="http://schemas.openxmlformats.org/drawingml/2006/main">
            <a:off x="3790950" y="3095625"/>
            <a:ext cx="1562100" cy="666750"/>
          </a:xfrm>
          <a:prstGeom xmlns:a="http://schemas.openxmlformats.org/drawingml/2006/main" prst="roundRect">
            <a:avLst>
              <a:gd name="adj" fmla="val 14286"/>
            </a:avLst>
          </a:prstGeom>
          <a:solidFill xmlns:a="http://schemas.openxmlformats.org/drawingml/2006/main">
            <a:srgbClr val="172238"/>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425" b="1">
                <a:solidFill>
                  <a:srgbClr val="F5F7FC"/>
                </a:solidFill>
                <a:latin typeface="Segoe UI"/>
                <a:ea typeface="Segoe UI"/>
                <a:cs typeface="Segoe UI"/>
              </a:defRPr>
            </a:defPPr>
            <a:lvl1pPr algn="ctr">
              <a:defRPr sz="1425" b="1">
                <a:solidFill>
                  <a:srgbClr val="F5F7FC"/>
                </a:solidFill>
                <a:latin typeface="Segoe UI"/>
                <a:ea typeface="Segoe UI"/>
                <a:cs typeface="Segoe UI"/>
              </a:defRPr>
            </a:lvl1pPr>
            <a:lvl2pPr algn="ctr">
              <a:defRPr sz="1425" b="1">
                <a:solidFill>
                  <a:srgbClr val="F5F7FC"/>
                </a:solidFill>
                <a:latin typeface="Segoe UI"/>
                <a:ea typeface="Segoe UI"/>
                <a:cs typeface="Segoe UI"/>
              </a:defRPr>
            </a:lvl2pPr>
            <a:lvl3pPr algn="ctr">
              <a:defRPr sz="1425" b="1">
                <a:solidFill>
                  <a:srgbClr val="F5F7FC"/>
                </a:solidFill>
                <a:latin typeface="Segoe UI"/>
                <a:ea typeface="Segoe UI"/>
                <a:cs typeface="Segoe UI"/>
              </a:defRPr>
            </a:lvl3pPr>
            <a:lvl4pPr algn="ctr">
              <a:defRPr sz="1425" b="1">
                <a:solidFill>
                  <a:srgbClr val="F5F7FC"/>
                </a:solidFill>
                <a:latin typeface="Segoe UI"/>
                <a:ea typeface="Segoe UI"/>
                <a:cs typeface="Segoe UI"/>
              </a:defRPr>
            </a:lvl4pPr>
            <a:lvl5pPr algn="ctr">
              <a:defRPr sz="1425" b="1">
                <a:solidFill>
                  <a:srgbClr val="F5F7FC"/>
                </a:solidFill>
                <a:latin typeface="Segoe UI"/>
                <a:ea typeface="Segoe UI"/>
                <a:cs typeface="Segoe UI"/>
              </a:defRPr>
            </a:lvl5pPr>
            <a:lvl6pPr algn="ctr">
              <a:defRPr sz="1425" b="1">
                <a:solidFill>
                  <a:srgbClr val="F5F7FC"/>
                </a:solidFill>
                <a:latin typeface="Segoe UI"/>
                <a:ea typeface="Segoe UI"/>
                <a:cs typeface="Segoe UI"/>
              </a:defRPr>
            </a:lvl6pPr>
            <a:lvl7pPr algn="ctr">
              <a:defRPr sz="1425" b="1">
                <a:solidFill>
                  <a:srgbClr val="F5F7FC"/>
                </a:solidFill>
                <a:latin typeface="Segoe UI"/>
                <a:ea typeface="Segoe UI"/>
                <a:cs typeface="Segoe UI"/>
              </a:defRPr>
            </a:lvl7pPr>
            <a:lvl8pPr algn="ctr">
              <a:defRPr sz="1425" b="1">
                <a:solidFill>
                  <a:srgbClr val="F5F7FC"/>
                </a:solidFill>
                <a:latin typeface="Segoe UI"/>
                <a:ea typeface="Segoe UI"/>
                <a:cs typeface="Segoe UI"/>
              </a:defRPr>
            </a:lvl8pPr>
            <a:lvl9pPr algn="ctr">
              <a:defRPr sz="1425" b="1">
                <a:solidFill>
                  <a:srgbClr val="F5F7FC"/>
                </a:solidFill>
                <a:latin typeface="Segoe UI"/>
                <a:ea typeface="Segoe UI"/>
                <a:cs typeface="Segoe UI"/>
              </a:defRPr>
            </a:lvl9pPr>
          </a:lstStyle>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Scoring</a:t>
            </a:r>
          </a:p>
          <a:p xmlns:a="http://schemas.openxmlformats.org/drawingml/2006/main">
            <a:pPr algn="ctr">
              <a:defRPr sz="1425" b="1">
                <a:solidFill>
                  <a:srgbClr val="F5F7FC"/>
                </a:solidFill>
                <a:latin typeface="Segoe UI"/>
                <a:ea typeface="Segoe UI"/>
                <a:cs typeface="Segoe UI"/>
              </a:defRPr>
            </a:pPr>
            <a:r>
              <a:rPr sz="1425" b="1">
                <a:solidFill>
                  <a:srgbClr val="F5F7FC"/>
                </a:solidFill>
                <a:latin typeface="Segoe UI"/>
                <a:ea typeface="Segoe UI"/>
                <a:cs typeface="Segoe UI"/>
              </a:rPr>
              <a:t>agent</a:t>
            </a:r>
          </a:p>
        </p:txBody>
      </p:sp>
      <p:sp>
        <p:nvSpPr>
          <p:cNvPr id="22" name="pass-or-retry-gate">
            <a:extLst xmlns:a="http://schemas.openxmlformats.org/drawingml/2006/main">
              <a:ext uri="{FF2B5EF4-FFF2-40B4-BE49-F238E27FC236}">
                <a16:creationId xmlns:a16="http://schemas.microsoft.com/office/drawing/2014/main" id="{72497445-24CA-411F-BA57-3AEDB90B929A}"/>
              </a:ext>
            </a:extLst>
          </p:cNvPr>
          <p:cNvSpPr>
            <a:spLocks xmlns:a="http://schemas.openxmlformats.org/drawingml/2006/main" noGrp="1"/>
          </p:cNvSpPr>
          <p:nvPr/>
        </p:nvSpPr>
        <p:spPr>
          <a:xfrm xmlns:a="http://schemas.openxmlformats.org/drawingml/2006/main">
            <a:off x="5562600" y="2943225"/>
            <a:ext cx="2133600" cy="971550"/>
          </a:xfrm>
          <a:prstGeom xmlns:a="http://schemas.openxmlformats.org/drawingml/2006/main" prst="diamond">
            <a:avLst/>
          </a:prstGeom>
          <a:solidFill xmlns:a="http://schemas.openxmlformats.org/drawingml/2006/main">
            <a:srgbClr val="292643"/>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38" b="1">
                <a:solidFill>
                  <a:srgbClr val="F5F7FC"/>
                </a:solidFill>
                <a:latin typeface="Segoe UI"/>
                <a:ea typeface="Segoe UI"/>
                <a:cs typeface="Segoe UI"/>
              </a:defRPr>
            </a:defPPr>
            <a:lvl1pPr algn="ctr">
              <a:defRPr sz="1238" b="1">
                <a:solidFill>
                  <a:srgbClr val="F5F7FC"/>
                </a:solidFill>
                <a:latin typeface="Segoe UI"/>
                <a:ea typeface="Segoe UI"/>
                <a:cs typeface="Segoe UI"/>
              </a:defRPr>
            </a:lvl1pPr>
            <a:lvl2pPr algn="ctr">
              <a:defRPr sz="1238" b="1">
                <a:solidFill>
                  <a:srgbClr val="F5F7FC"/>
                </a:solidFill>
                <a:latin typeface="Segoe UI"/>
                <a:ea typeface="Segoe UI"/>
                <a:cs typeface="Segoe UI"/>
              </a:defRPr>
            </a:lvl2pPr>
            <a:lvl3pPr algn="ctr">
              <a:defRPr sz="1238" b="1">
                <a:solidFill>
                  <a:srgbClr val="F5F7FC"/>
                </a:solidFill>
                <a:latin typeface="Segoe UI"/>
                <a:ea typeface="Segoe UI"/>
                <a:cs typeface="Segoe UI"/>
              </a:defRPr>
            </a:lvl3pPr>
            <a:lvl4pPr algn="ctr">
              <a:defRPr sz="1238" b="1">
                <a:solidFill>
                  <a:srgbClr val="F5F7FC"/>
                </a:solidFill>
                <a:latin typeface="Segoe UI"/>
                <a:ea typeface="Segoe UI"/>
                <a:cs typeface="Segoe UI"/>
              </a:defRPr>
            </a:lvl4pPr>
            <a:lvl5pPr algn="ctr">
              <a:defRPr sz="1238" b="1">
                <a:solidFill>
                  <a:srgbClr val="F5F7FC"/>
                </a:solidFill>
                <a:latin typeface="Segoe UI"/>
                <a:ea typeface="Segoe UI"/>
                <a:cs typeface="Segoe UI"/>
              </a:defRPr>
            </a:lvl5pPr>
            <a:lvl6pPr algn="ctr">
              <a:defRPr sz="1238" b="1">
                <a:solidFill>
                  <a:srgbClr val="F5F7FC"/>
                </a:solidFill>
                <a:latin typeface="Segoe UI"/>
                <a:ea typeface="Segoe UI"/>
                <a:cs typeface="Segoe UI"/>
              </a:defRPr>
            </a:lvl6pPr>
            <a:lvl7pPr algn="ctr">
              <a:defRPr sz="1238" b="1">
                <a:solidFill>
                  <a:srgbClr val="F5F7FC"/>
                </a:solidFill>
                <a:latin typeface="Segoe UI"/>
                <a:ea typeface="Segoe UI"/>
                <a:cs typeface="Segoe UI"/>
              </a:defRPr>
            </a:lvl7pPr>
            <a:lvl8pPr algn="ctr">
              <a:defRPr sz="1238" b="1">
                <a:solidFill>
                  <a:srgbClr val="F5F7FC"/>
                </a:solidFill>
                <a:latin typeface="Segoe UI"/>
                <a:ea typeface="Segoe UI"/>
                <a:cs typeface="Segoe UI"/>
              </a:defRPr>
            </a:lvl8pPr>
            <a:lvl9pPr algn="ctr">
              <a:defRPr sz="1238" b="1">
                <a:solidFill>
                  <a:srgbClr val="F5F7FC"/>
                </a:solidFill>
                <a:latin typeface="Segoe UI"/>
                <a:ea typeface="Segoe UI"/>
                <a:cs typeface="Segoe UI"/>
              </a:defRPr>
            </a:lvl9pPr>
          </a:lstStyle>
          <a:p xmlns:a="http://schemas.openxmlformats.org/drawingml/2006/main">
            <a:pPr algn="ctr">
              <a:defRPr sz="1238" b="1">
                <a:solidFill>
                  <a:srgbClr val="F5F7FC"/>
                </a:solidFill>
                <a:latin typeface="Segoe UI"/>
                <a:ea typeface="Segoe UI"/>
                <a:cs typeface="Segoe UI"/>
              </a:defRPr>
            </a:pPr>
            <a:r>
              <a:rPr sz="1238" b="1">
                <a:solidFill>
                  <a:srgbClr val="F5F7FC"/>
                </a:solidFill>
                <a:latin typeface="Segoe UI"/>
                <a:ea typeface="Segoe UI"/>
                <a:cs typeface="Segoe UI"/>
              </a:rPr>
              <a:t>Score ≥ threshold</a:t>
            </a:r>
          </a:p>
          <a:p xmlns:a="http://schemas.openxmlformats.org/drawingml/2006/main">
            <a:pPr algn="ctr">
              <a:defRPr sz="1238" b="1">
                <a:solidFill>
                  <a:srgbClr val="F5F7FC"/>
                </a:solidFill>
                <a:latin typeface="Segoe UI"/>
                <a:ea typeface="Segoe UI"/>
                <a:cs typeface="Segoe UI"/>
              </a:defRPr>
            </a:pPr>
            <a:r>
              <a:rPr sz="1238" b="1">
                <a:solidFill>
                  <a:srgbClr val="F5F7FC"/>
                </a:solidFill>
                <a:latin typeface="Segoe UI"/>
                <a:ea typeface="Segoe UI"/>
                <a:cs typeface="Segoe UI"/>
              </a:rPr>
              <a:t>or attempt limit?</a:t>
            </a:r>
          </a:p>
        </p:txBody>
      </p:sp>
      <p:sp>
        <p:nvSpPr>
          <p:cNvPr id="26" name="active-session-rule">
            <a:extLst xmlns:a="http://schemas.openxmlformats.org/drawingml/2006/main">
              <a:ext uri="{FF2B5EF4-FFF2-40B4-BE49-F238E27FC236}">
                <a16:creationId xmlns:a16="http://schemas.microsoft.com/office/drawing/2014/main" id="{8A86FC27-654B-4D96-B6A3-82D6DD7C10AE}"/>
              </a:ext>
            </a:extLst>
          </p:cNvPr>
          <p:cNvSpPr>
            <a:spLocks xmlns:a="http://schemas.openxmlformats.org/drawingml/2006/main" noGrp="1"/>
          </p:cNvSpPr>
          <p:nvPr/>
        </p:nvSpPr>
        <p:spPr>
          <a:xfrm xmlns:a="http://schemas.openxmlformats.org/drawingml/2006/main">
            <a:off x="514350" y="3848100"/>
            <a:ext cx="48387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9AA8BC"/>
                </a:solidFill>
                <a:latin typeface="Segoe UI"/>
                <a:ea typeface="Segoe UI"/>
                <a:cs typeface="Segoe UI"/>
              </a:defRPr>
            </a:defPPr>
            <a:lvl1pPr algn="l">
              <a:defRPr sz="1088">
                <a:solidFill>
                  <a:srgbClr val="9AA8BC"/>
                </a:solidFill>
                <a:latin typeface="Segoe UI"/>
                <a:ea typeface="Segoe UI"/>
                <a:cs typeface="Segoe UI"/>
              </a:defRPr>
            </a:lvl1pPr>
            <a:lvl2pPr algn="l">
              <a:defRPr sz="1088">
                <a:solidFill>
                  <a:srgbClr val="9AA8BC"/>
                </a:solidFill>
                <a:latin typeface="Segoe UI"/>
                <a:ea typeface="Segoe UI"/>
                <a:cs typeface="Segoe UI"/>
              </a:defRPr>
            </a:lvl2pPr>
            <a:lvl3pPr algn="l">
              <a:defRPr sz="1088">
                <a:solidFill>
                  <a:srgbClr val="9AA8BC"/>
                </a:solidFill>
                <a:latin typeface="Segoe UI"/>
                <a:ea typeface="Segoe UI"/>
                <a:cs typeface="Segoe UI"/>
              </a:defRPr>
            </a:lvl3pPr>
            <a:lvl4pPr algn="l">
              <a:defRPr sz="1088">
                <a:solidFill>
                  <a:srgbClr val="9AA8BC"/>
                </a:solidFill>
                <a:latin typeface="Segoe UI"/>
                <a:ea typeface="Segoe UI"/>
                <a:cs typeface="Segoe UI"/>
              </a:defRPr>
            </a:lvl4pPr>
            <a:lvl5pPr algn="l">
              <a:defRPr sz="1088">
                <a:solidFill>
                  <a:srgbClr val="9AA8BC"/>
                </a:solidFill>
                <a:latin typeface="Segoe UI"/>
                <a:ea typeface="Segoe UI"/>
                <a:cs typeface="Segoe UI"/>
              </a:defRPr>
            </a:lvl5pPr>
            <a:lvl6pPr algn="l">
              <a:defRPr sz="1088">
                <a:solidFill>
                  <a:srgbClr val="9AA8BC"/>
                </a:solidFill>
                <a:latin typeface="Segoe UI"/>
                <a:ea typeface="Segoe UI"/>
                <a:cs typeface="Segoe UI"/>
              </a:defRPr>
            </a:lvl6pPr>
            <a:lvl7pPr algn="l">
              <a:defRPr sz="1088">
                <a:solidFill>
                  <a:srgbClr val="9AA8BC"/>
                </a:solidFill>
                <a:latin typeface="Segoe UI"/>
                <a:ea typeface="Segoe UI"/>
                <a:cs typeface="Segoe UI"/>
              </a:defRPr>
            </a:lvl7pPr>
            <a:lvl8pPr algn="l">
              <a:defRPr sz="1088">
                <a:solidFill>
                  <a:srgbClr val="9AA8BC"/>
                </a:solidFill>
                <a:latin typeface="Segoe UI"/>
                <a:ea typeface="Segoe UI"/>
                <a:cs typeface="Segoe UI"/>
              </a:defRPr>
            </a:lvl8pPr>
            <a:lvl9pPr algn="l">
              <a:defRPr sz="1088">
                <a:solidFill>
                  <a:srgbClr val="9AA8BC"/>
                </a:solidFill>
                <a:latin typeface="Segoe UI"/>
                <a:ea typeface="Segoe UI"/>
                <a:cs typeface="Segoe UI"/>
              </a:defRPr>
            </a:lvl9pPr>
          </a:lstStyle>
          <a:p xmlns:a="http://schemas.openxmlformats.org/drawingml/2006/main">
            <a:pPr algn="l">
              <a:defRPr sz="1088">
                <a:solidFill>
                  <a:srgbClr val="9AA8BC"/>
                </a:solidFill>
                <a:latin typeface="Segoe UI"/>
                <a:ea typeface="Segoe UI"/>
                <a:cs typeface="Segoe UI"/>
              </a:defRPr>
            </a:pPr>
            <a:r>
              <a:rPr sz="1088">
                <a:solidFill>
                  <a:srgbClr val="9AA8BC"/>
                </a:solidFill>
                <a:latin typeface="Segoe UI"/>
                <a:ea typeface="Segoe UI"/>
                <a:cs typeface="Segoe UI"/>
              </a:rPr>
              <a:t>If quiz_session_id is active and an answer is captured, route directly to scoring.</a:t>
            </a:r>
          </a:p>
        </p:txBody>
      </p:sp>
      <p:sp>
        <p:nvSpPr>
          <p:cNvPr id="27" name="retry-outcome">
            <a:extLst xmlns:a="http://schemas.openxmlformats.org/drawingml/2006/main">
              <a:ext uri="{FF2B5EF4-FFF2-40B4-BE49-F238E27FC236}">
                <a16:creationId xmlns:a16="http://schemas.microsoft.com/office/drawing/2014/main" id="{506814DE-D3BC-46B9-92C9-9CB8EA25869C}"/>
              </a:ext>
            </a:extLst>
          </p:cNvPr>
          <p:cNvSpPr>
            <a:spLocks xmlns:a="http://schemas.openxmlformats.org/drawingml/2006/main" noGrp="1"/>
          </p:cNvSpPr>
          <p:nvPr/>
        </p:nvSpPr>
        <p:spPr>
          <a:xfrm xmlns:a="http://schemas.openxmlformats.org/drawingml/2006/main">
            <a:off x="8096250" y="2914650"/>
            <a:ext cx="3581400" cy="1219200"/>
          </a:xfrm>
          <a:prstGeom xmlns:a="http://schemas.openxmlformats.org/drawingml/2006/main" prst="roundRect">
            <a:avLst>
              <a:gd name="adj" fmla="val 9375"/>
            </a:avLst>
          </a:prstGeom>
          <a:solidFill xmlns:a="http://schemas.openxmlformats.org/drawingml/2006/main">
            <a:srgbClr val="211A2B"/>
          </a:solidFill>
          <a:ln xmlns:a="http://schemas.openxmlformats.org/drawingml/2006/main" w="14288">
            <a:solidFill>
              <a:srgbClr val="FF7F91"/>
            </a:solidFill>
            <a:prstDash val="solid"/>
          </a:ln>
        </p:spPr>
      </p:sp>
      <p:sp>
        <p:nvSpPr>
          <p:cNvPr id="28" name="retry-outcome-title">
            <a:extLst xmlns:a="http://schemas.openxmlformats.org/drawingml/2006/main">
              <a:ext uri="{FF2B5EF4-FFF2-40B4-BE49-F238E27FC236}">
                <a16:creationId xmlns:a16="http://schemas.microsoft.com/office/drawing/2014/main" id="{AA0871C3-DB63-4BAB-B4D3-DBDC7DC2DA92}"/>
              </a:ext>
            </a:extLst>
          </p:cNvPr>
          <p:cNvSpPr>
            <a:spLocks xmlns:a="http://schemas.openxmlformats.org/drawingml/2006/main" noGrp="1"/>
          </p:cNvSpPr>
          <p:nvPr/>
        </p:nvSpPr>
        <p:spPr>
          <a:xfrm xmlns:a="http://schemas.openxmlformats.org/drawingml/2006/main">
            <a:off x="8286750" y="3067050"/>
            <a:ext cx="320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7F91"/>
                </a:solidFill>
                <a:latin typeface="Segoe UI"/>
                <a:ea typeface="Segoe UI"/>
                <a:cs typeface="Segoe UI"/>
              </a:defRPr>
            </a:defPPr>
            <a:lvl1pPr algn="l">
              <a:defRPr sz="975" b="1">
                <a:solidFill>
                  <a:srgbClr val="FF7F91"/>
                </a:solidFill>
                <a:latin typeface="Segoe UI"/>
                <a:ea typeface="Segoe UI"/>
                <a:cs typeface="Segoe UI"/>
              </a:defRPr>
            </a:lvl1pPr>
            <a:lvl2pPr algn="l">
              <a:defRPr sz="975" b="1">
                <a:solidFill>
                  <a:srgbClr val="FF7F91"/>
                </a:solidFill>
                <a:latin typeface="Segoe UI"/>
                <a:ea typeface="Segoe UI"/>
                <a:cs typeface="Segoe UI"/>
              </a:defRPr>
            </a:lvl2pPr>
            <a:lvl3pPr algn="l">
              <a:defRPr sz="975" b="1">
                <a:solidFill>
                  <a:srgbClr val="FF7F91"/>
                </a:solidFill>
                <a:latin typeface="Segoe UI"/>
                <a:ea typeface="Segoe UI"/>
                <a:cs typeface="Segoe UI"/>
              </a:defRPr>
            </a:lvl3pPr>
            <a:lvl4pPr algn="l">
              <a:defRPr sz="975" b="1">
                <a:solidFill>
                  <a:srgbClr val="FF7F91"/>
                </a:solidFill>
                <a:latin typeface="Segoe UI"/>
                <a:ea typeface="Segoe UI"/>
                <a:cs typeface="Segoe UI"/>
              </a:defRPr>
            </a:lvl4pPr>
            <a:lvl5pPr algn="l">
              <a:defRPr sz="975" b="1">
                <a:solidFill>
                  <a:srgbClr val="FF7F91"/>
                </a:solidFill>
                <a:latin typeface="Segoe UI"/>
                <a:ea typeface="Segoe UI"/>
                <a:cs typeface="Segoe UI"/>
              </a:defRPr>
            </a:lvl5pPr>
            <a:lvl6pPr algn="l">
              <a:defRPr sz="975" b="1">
                <a:solidFill>
                  <a:srgbClr val="FF7F91"/>
                </a:solidFill>
                <a:latin typeface="Segoe UI"/>
                <a:ea typeface="Segoe UI"/>
                <a:cs typeface="Segoe UI"/>
              </a:defRPr>
            </a:lvl6pPr>
            <a:lvl7pPr algn="l">
              <a:defRPr sz="975" b="1">
                <a:solidFill>
                  <a:srgbClr val="FF7F91"/>
                </a:solidFill>
                <a:latin typeface="Segoe UI"/>
                <a:ea typeface="Segoe UI"/>
                <a:cs typeface="Segoe UI"/>
              </a:defRPr>
            </a:lvl7pPr>
            <a:lvl8pPr algn="l">
              <a:defRPr sz="975" b="1">
                <a:solidFill>
                  <a:srgbClr val="FF7F91"/>
                </a:solidFill>
                <a:latin typeface="Segoe UI"/>
                <a:ea typeface="Segoe UI"/>
                <a:cs typeface="Segoe UI"/>
              </a:defRPr>
            </a:lvl8pPr>
            <a:lvl9pPr algn="l">
              <a:defRPr sz="975" b="1">
                <a:solidFill>
                  <a:srgbClr val="FF7F91"/>
                </a:solidFill>
                <a:latin typeface="Segoe UI"/>
                <a:ea typeface="Segoe UI"/>
                <a:cs typeface="Segoe UI"/>
              </a:defRPr>
            </a:lvl9pPr>
          </a:lstStyle>
          <a:p xmlns:a="http://schemas.openxmlformats.org/drawingml/2006/main">
            <a:pPr algn="l">
              <a:defRPr sz="975" b="1">
                <a:solidFill>
                  <a:srgbClr val="FF7F91"/>
                </a:solidFill>
                <a:latin typeface="Segoe UI"/>
                <a:ea typeface="Segoe UI"/>
                <a:cs typeface="Segoe UI"/>
              </a:defRPr>
            </a:pPr>
            <a:r>
              <a:rPr sz="975" b="1">
                <a:solidFill>
                  <a:srgbClr val="FF7F91"/>
                </a:solidFill>
                <a:latin typeface="Segoe UI"/>
                <a:ea typeface="Segoe UI"/>
                <a:cs typeface="Segoe UI"/>
              </a:rPr>
              <a:t>RETRY · BELOW THRESHOLD</a:t>
            </a:r>
          </a:p>
        </p:txBody>
      </p:sp>
      <p:sp>
        <p:nvSpPr>
          <p:cNvPr id="29" name="retry-outcome-body">
            <a:extLst xmlns:a="http://schemas.openxmlformats.org/drawingml/2006/main">
              <a:ext uri="{FF2B5EF4-FFF2-40B4-BE49-F238E27FC236}">
                <a16:creationId xmlns:a16="http://schemas.microsoft.com/office/drawing/2014/main" id="{DA433F72-09CD-49A5-94DF-9A17C820E510}"/>
              </a:ext>
            </a:extLst>
          </p:cNvPr>
          <p:cNvSpPr>
            <a:spLocks xmlns:a="http://schemas.openxmlformats.org/drawingml/2006/main" noGrp="1"/>
          </p:cNvSpPr>
          <p:nvPr/>
        </p:nvSpPr>
        <p:spPr>
          <a:xfrm xmlns:a="http://schemas.openxmlformats.org/drawingml/2006/main">
            <a:off x="8286750" y="3314700"/>
            <a:ext cx="3200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a:solidFill>
                  <a:srgbClr val="CFD7E6"/>
                </a:solidFill>
                <a:latin typeface="Segoe UI"/>
                <a:ea typeface="Segoe UI"/>
                <a:cs typeface="Segoe UI"/>
              </a:defRPr>
            </a:defPPr>
            <a:lvl1pPr algn="l">
              <a:defRPr sz="1163">
                <a:solidFill>
                  <a:srgbClr val="CFD7E6"/>
                </a:solidFill>
                <a:latin typeface="Segoe UI"/>
                <a:ea typeface="Segoe UI"/>
                <a:cs typeface="Segoe UI"/>
              </a:defRPr>
            </a:lvl1pPr>
            <a:lvl2pPr algn="l">
              <a:defRPr sz="1163">
                <a:solidFill>
                  <a:srgbClr val="CFD7E6"/>
                </a:solidFill>
                <a:latin typeface="Segoe UI"/>
                <a:ea typeface="Segoe UI"/>
                <a:cs typeface="Segoe UI"/>
              </a:defRPr>
            </a:lvl2pPr>
            <a:lvl3pPr algn="l">
              <a:defRPr sz="1163">
                <a:solidFill>
                  <a:srgbClr val="CFD7E6"/>
                </a:solidFill>
                <a:latin typeface="Segoe UI"/>
                <a:ea typeface="Segoe UI"/>
                <a:cs typeface="Segoe UI"/>
              </a:defRPr>
            </a:lvl3pPr>
            <a:lvl4pPr algn="l">
              <a:defRPr sz="1163">
                <a:solidFill>
                  <a:srgbClr val="CFD7E6"/>
                </a:solidFill>
                <a:latin typeface="Segoe UI"/>
                <a:ea typeface="Segoe UI"/>
                <a:cs typeface="Segoe UI"/>
              </a:defRPr>
            </a:lvl4pPr>
            <a:lvl5pPr algn="l">
              <a:defRPr sz="1163">
                <a:solidFill>
                  <a:srgbClr val="CFD7E6"/>
                </a:solidFill>
                <a:latin typeface="Segoe UI"/>
                <a:ea typeface="Segoe UI"/>
                <a:cs typeface="Segoe UI"/>
              </a:defRPr>
            </a:lvl5pPr>
            <a:lvl6pPr algn="l">
              <a:defRPr sz="1163">
                <a:solidFill>
                  <a:srgbClr val="CFD7E6"/>
                </a:solidFill>
                <a:latin typeface="Segoe UI"/>
                <a:ea typeface="Segoe UI"/>
                <a:cs typeface="Segoe UI"/>
              </a:defRPr>
            </a:lvl6pPr>
            <a:lvl7pPr algn="l">
              <a:defRPr sz="1163">
                <a:solidFill>
                  <a:srgbClr val="CFD7E6"/>
                </a:solidFill>
                <a:latin typeface="Segoe UI"/>
                <a:ea typeface="Segoe UI"/>
                <a:cs typeface="Segoe UI"/>
              </a:defRPr>
            </a:lvl7pPr>
            <a:lvl8pPr algn="l">
              <a:defRPr sz="1163">
                <a:solidFill>
                  <a:srgbClr val="CFD7E6"/>
                </a:solidFill>
                <a:latin typeface="Segoe UI"/>
                <a:ea typeface="Segoe UI"/>
                <a:cs typeface="Segoe UI"/>
              </a:defRPr>
            </a:lvl8pPr>
            <a:lvl9pPr algn="l">
              <a:defRPr sz="1163">
                <a:solidFill>
                  <a:srgbClr val="CFD7E6"/>
                </a:solidFill>
                <a:latin typeface="Segoe UI"/>
                <a:ea typeface="Segoe UI"/>
                <a:cs typeface="Segoe UI"/>
              </a:defRPr>
            </a:lvl9pPr>
          </a:lstStyle>
          <a:p xmlns:a="http://schemas.openxmlformats.org/drawingml/2006/main">
            <a:pPr algn="l">
              <a:defRPr sz="1163">
                <a:solidFill>
                  <a:srgbClr val="CFD7E6"/>
                </a:solidFill>
                <a:latin typeface="Segoe UI"/>
                <a:ea typeface="Segoe UI"/>
                <a:cs typeface="Segoe UI"/>
              </a:defRPr>
            </a:pPr>
            <a:r>
              <a:rPr sz="1163">
                <a:solidFill>
                  <a:srgbClr val="CFD7E6"/>
                </a:solidFill>
                <a:latin typeface="Segoe UI"/>
                <a:ea typeface="Segoe UI"/>
                <a:cs typeface="Segoe UI"/>
              </a:rPr>
              <a:t>If attempts remain: Tutor remediation → Reflection → Accessibility. The same question stays active for the learner’s next turn.</a:t>
            </a:r>
          </a:p>
        </p:txBody>
      </p:sp>
      <p:sp>
        <p:nvSpPr>
          <p:cNvPr id="30" name="advance-outcome">
            <a:extLst xmlns:a="http://schemas.openxmlformats.org/drawingml/2006/main">
              <a:ext uri="{FF2B5EF4-FFF2-40B4-BE49-F238E27FC236}">
                <a16:creationId xmlns:a16="http://schemas.microsoft.com/office/drawing/2014/main" id="{4E3776AA-0B95-4040-972F-D4C6CE285C86}"/>
              </a:ext>
            </a:extLst>
          </p:cNvPr>
          <p:cNvSpPr>
            <a:spLocks xmlns:a="http://schemas.openxmlformats.org/drawingml/2006/main" noGrp="1"/>
          </p:cNvSpPr>
          <p:nvPr/>
        </p:nvSpPr>
        <p:spPr>
          <a:xfrm xmlns:a="http://schemas.openxmlformats.org/drawingml/2006/main">
            <a:off x="8096250" y="4286250"/>
            <a:ext cx="3581400" cy="1428750"/>
          </a:xfrm>
          <a:prstGeom xmlns:a="http://schemas.openxmlformats.org/drawingml/2006/main" prst="roundRect">
            <a:avLst>
              <a:gd name="adj" fmla="val 8000"/>
            </a:avLst>
          </a:prstGeom>
          <a:solidFill xmlns:a="http://schemas.openxmlformats.org/drawingml/2006/main">
            <a:srgbClr val="202631"/>
          </a:solidFill>
          <a:ln xmlns:a="http://schemas.openxmlformats.org/drawingml/2006/main" w="14288">
            <a:solidFill>
              <a:srgbClr val="D4ED50"/>
            </a:solidFill>
            <a:prstDash val="solid"/>
          </a:ln>
        </p:spPr>
      </p:sp>
      <p:sp>
        <p:nvSpPr>
          <p:cNvPr id="31" name="advance-outcome-title">
            <a:extLst xmlns:a="http://schemas.openxmlformats.org/drawingml/2006/main">
              <a:ext uri="{FF2B5EF4-FFF2-40B4-BE49-F238E27FC236}">
                <a16:creationId xmlns:a16="http://schemas.microsoft.com/office/drawing/2014/main" id="{7EE0B90D-A3D1-466D-A46F-685E001CA3A3}"/>
              </a:ext>
            </a:extLst>
          </p:cNvPr>
          <p:cNvSpPr>
            <a:spLocks xmlns:a="http://schemas.openxmlformats.org/drawingml/2006/main" noGrp="1"/>
          </p:cNvSpPr>
          <p:nvPr/>
        </p:nvSpPr>
        <p:spPr>
          <a:xfrm xmlns:a="http://schemas.openxmlformats.org/drawingml/2006/main">
            <a:off x="8286750" y="4438650"/>
            <a:ext cx="320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D4ED50"/>
                </a:solidFill>
                <a:latin typeface="Segoe UI"/>
                <a:ea typeface="Segoe UI"/>
                <a:cs typeface="Segoe UI"/>
              </a:defRPr>
            </a:defPPr>
            <a:lvl1pPr algn="l">
              <a:defRPr sz="975" b="1">
                <a:solidFill>
                  <a:srgbClr val="D4ED50"/>
                </a:solidFill>
                <a:latin typeface="Segoe UI"/>
                <a:ea typeface="Segoe UI"/>
                <a:cs typeface="Segoe UI"/>
              </a:defRPr>
            </a:lvl1pPr>
            <a:lvl2pPr algn="l">
              <a:defRPr sz="975" b="1">
                <a:solidFill>
                  <a:srgbClr val="D4ED50"/>
                </a:solidFill>
                <a:latin typeface="Segoe UI"/>
                <a:ea typeface="Segoe UI"/>
                <a:cs typeface="Segoe UI"/>
              </a:defRPr>
            </a:lvl2pPr>
            <a:lvl3pPr algn="l">
              <a:defRPr sz="975" b="1">
                <a:solidFill>
                  <a:srgbClr val="D4ED50"/>
                </a:solidFill>
                <a:latin typeface="Segoe UI"/>
                <a:ea typeface="Segoe UI"/>
                <a:cs typeface="Segoe UI"/>
              </a:defRPr>
            </a:lvl3pPr>
            <a:lvl4pPr algn="l">
              <a:defRPr sz="975" b="1">
                <a:solidFill>
                  <a:srgbClr val="D4ED50"/>
                </a:solidFill>
                <a:latin typeface="Segoe UI"/>
                <a:ea typeface="Segoe UI"/>
                <a:cs typeface="Segoe UI"/>
              </a:defRPr>
            </a:lvl4pPr>
            <a:lvl5pPr algn="l">
              <a:defRPr sz="975" b="1">
                <a:solidFill>
                  <a:srgbClr val="D4ED50"/>
                </a:solidFill>
                <a:latin typeface="Segoe UI"/>
                <a:ea typeface="Segoe UI"/>
                <a:cs typeface="Segoe UI"/>
              </a:defRPr>
            </a:lvl5pPr>
            <a:lvl6pPr algn="l">
              <a:defRPr sz="975" b="1">
                <a:solidFill>
                  <a:srgbClr val="D4ED50"/>
                </a:solidFill>
                <a:latin typeface="Segoe UI"/>
                <a:ea typeface="Segoe UI"/>
                <a:cs typeface="Segoe UI"/>
              </a:defRPr>
            </a:lvl6pPr>
            <a:lvl7pPr algn="l">
              <a:defRPr sz="975" b="1">
                <a:solidFill>
                  <a:srgbClr val="D4ED50"/>
                </a:solidFill>
                <a:latin typeface="Segoe UI"/>
                <a:ea typeface="Segoe UI"/>
                <a:cs typeface="Segoe UI"/>
              </a:defRPr>
            </a:lvl7pPr>
            <a:lvl8pPr algn="l">
              <a:defRPr sz="975" b="1">
                <a:solidFill>
                  <a:srgbClr val="D4ED50"/>
                </a:solidFill>
                <a:latin typeface="Segoe UI"/>
                <a:ea typeface="Segoe UI"/>
                <a:cs typeface="Segoe UI"/>
              </a:defRPr>
            </a:lvl8pPr>
            <a:lvl9pPr algn="l">
              <a:defRPr sz="975" b="1">
                <a:solidFill>
                  <a:srgbClr val="D4ED50"/>
                </a:solidFill>
                <a:latin typeface="Segoe UI"/>
                <a:ea typeface="Segoe UI"/>
                <a:cs typeface="Segoe UI"/>
              </a:defRPr>
            </a:lvl9pPr>
          </a:lstStyle>
          <a:p xmlns:a="http://schemas.openxmlformats.org/drawingml/2006/main">
            <a:pPr algn="l">
              <a:defRPr sz="975" b="1">
                <a:solidFill>
                  <a:srgbClr val="D4ED50"/>
                </a:solidFill>
                <a:latin typeface="Segoe UI"/>
                <a:ea typeface="Segoe UI"/>
                <a:cs typeface="Segoe UI"/>
              </a:defRPr>
            </a:pPr>
            <a:r>
              <a:rPr sz="975" b="1">
                <a:solidFill>
                  <a:srgbClr val="D4ED50"/>
                </a:solidFill>
                <a:latin typeface="Segoe UI"/>
                <a:ea typeface="Segoe UI"/>
                <a:cs typeface="Segoe UI"/>
              </a:rPr>
              <a:t>ADVANCE · PASS OR RETRY LIMIT</a:t>
            </a:r>
          </a:p>
        </p:txBody>
      </p:sp>
      <p:sp>
        <p:nvSpPr>
          <p:cNvPr id="32" name="advance-outcome-body">
            <a:extLst xmlns:a="http://schemas.openxmlformats.org/drawingml/2006/main">
              <a:ext uri="{FF2B5EF4-FFF2-40B4-BE49-F238E27FC236}">
                <a16:creationId xmlns:a16="http://schemas.microsoft.com/office/drawing/2014/main" id="{09057D83-F942-4DCD-8339-068677C5A4D6}"/>
              </a:ext>
            </a:extLst>
          </p:cNvPr>
          <p:cNvSpPr>
            <a:spLocks xmlns:a="http://schemas.openxmlformats.org/drawingml/2006/main" noGrp="1"/>
          </p:cNvSpPr>
          <p:nvPr/>
        </p:nvSpPr>
        <p:spPr>
          <a:xfrm xmlns:a="http://schemas.openxmlformats.org/drawingml/2006/main">
            <a:off x="8286750" y="4686300"/>
            <a:ext cx="32004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a:solidFill>
                  <a:srgbClr val="CFD7E6"/>
                </a:solidFill>
                <a:latin typeface="Segoe UI"/>
                <a:ea typeface="Segoe UI"/>
                <a:cs typeface="Segoe UI"/>
              </a:defRPr>
            </a:defPPr>
            <a:lvl1pPr algn="l">
              <a:defRPr sz="1163">
                <a:solidFill>
                  <a:srgbClr val="CFD7E6"/>
                </a:solidFill>
                <a:latin typeface="Segoe UI"/>
                <a:ea typeface="Segoe UI"/>
                <a:cs typeface="Segoe UI"/>
              </a:defRPr>
            </a:lvl1pPr>
            <a:lvl2pPr algn="l">
              <a:defRPr sz="1163">
                <a:solidFill>
                  <a:srgbClr val="CFD7E6"/>
                </a:solidFill>
                <a:latin typeface="Segoe UI"/>
                <a:ea typeface="Segoe UI"/>
                <a:cs typeface="Segoe UI"/>
              </a:defRPr>
            </a:lvl2pPr>
            <a:lvl3pPr algn="l">
              <a:defRPr sz="1163">
                <a:solidFill>
                  <a:srgbClr val="CFD7E6"/>
                </a:solidFill>
                <a:latin typeface="Segoe UI"/>
                <a:ea typeface="Segoe UI"/>
                <a:cs typeface="Segoe UI"/>
              </a:defRPr>
            </a:lvl3pPr>
            <a:lvl4pPr algn="l">
              <a:defRPr sz="1163">
                <a:solidFill>
                  <a:srgbClr val="CFD7E6"/>
                </a:solidFill>
                <a:latin typeface="Segoe UI"/>
                <a:ea typeface="Segoe UI"/>
                <a:cs typeface="Segoe UI"/>
              </a:defRPr>
            </a:lvl4pPr>
            <a:lvl5pPr algn="l">
              <a:defRPr sz="1163">
                <a:solidFill>
                  <a:srgbClr val="CFD7E6"/>
                </a:solidFill>
                <a:latin typeface="Segoe UI"/>
                <a:ea typeface="Segoe UI"/>
                <a:cs typeface="Segoe UI"/>
              </a:defRPr>
            </a:lvl5pPr>
            <a:lvl6pPr algn="l">
              <a:defRPr sz="1163">
                <a:solidFill>
                  <a:srgbClr val="CFD7E6"/>
                </a:solidFill>
                <a:latin typeface="Segoe UI"/>
                <a:ea typeface="Segoe UI"/>
                <a:cs typeface="Segoe UI"/>
              </a:defRPr>
            </a:lvl6pPr>
            <a:lvl7pPr algn="l">
              <a:defRPr sz="1163">
                <a:solidFill>
                  <a:srgbClr val="CFD7E6"/>
                </a:solidFill>
                <a:latin typeface="Segoe UI"/>
                <a:ea typeface="Segoe UI"/>
                <a:cs typeface="Segoe UI"/>
              </a:defRPr>
            </a:lvl7pPr>
            <a:lvl8pPr algn="l">
              <a:defRPr sz="1163">
                <a:solidFill>
                  <a:srgbClr val="CFD7E6"/>
                </a:solidFill>
                <a:latin typeface="Segoe UI"/>
                <a:ea typeface="Segoe UI"/>
                <a:cs typeface="Segoe UI"/>
              </a:defRPr>
            </a:lvl8pPr>
            <a:lvl9pPr algn="l">
              <a:defRPr sz="1163">
                <a:solidFill>
                  <a:srgbClr val="CFD7E6"/>
                </a:solidFill>
                <a:latin typeface="Segoe UI"/>
                <a:ea typeface="Segoe UI"/>
                <a:cs typeface="Segoe UI"/>
              </a:defRPr>
            </a:lvl9pPr>
          </a:lstStyle>
          <a:p xmlns:a="http://schemas.openxmlformats.org/drawingml/2006/main">
            <a:pPr algn="l">
              <a:defRPr sz="1163">
                <a:solidFill>
                  <a:srgbClr val="CFD7E6"/>
                </a:solidFill>
                <a:latin typeface="Segoe UI"/>
                <a:ea typeface="Segoe UI"/>
                <a:cs typeface="Segoe UI"/>
              </a:defRPr>
            </a:pPr>
            <a:r>
              <a:rPr sz="1163">
                <a:solidFill>
                  <a:srgbClr val="CFD7E6"/>
                </a:solidFill>
                <a:latin typeface="Segoe UI"/>
                <a:ea typeface="Segoe UI"/>
                <a:cs typeface="Segoe UI"/>
              </a:rPr>
              <a:t>Score ≥ configured threshold (default 0.6) OR attempts reach 2. Update the student model; ask the next item in this turn, or finish through Quiz Analyzer → Analytics → Recommendations.</a:t>
            </a:r>
          </a:p>
        </p:txBody>
      </p:sp>
      <p:sp>
        <p:nvSpPr>
          <p:cNvPr id="35" name="retry-branch-label">
            <a:extLst xmlns:a="http://schemas.openxmlformats.org/drawingml/2006/main">
              <a:ext uri="{FF2B5EF4-FFF2-40B4-BE49-F238E27FC236}">
                <a16:creationId xmlns:a16="http://schemas.microsoft.com/office/drawing/2014/main" id="{FE64936B-00B5-454D-8D6D-3ABBF293B751}"/>
              </a:ext>
            </a:extLst>
          </p:cNvPr>
          <p:cNvSpPr>
            <a:spLocks xmlns:a="http://schemas.openxmlformats.org/drawingml/2006/main" noGrp="1"/>
          </p:cNvSpPr>
          <p:nvPr/>
        </p:nvSpPr>
        <p:spPr>
          <a:xfrm xmlns:a="http://schemas.openxmlformats.org/drawingml/2006/main">
            <a:off x="7724775" y="318135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FF7F91"/>
                </a:solidFill>
                <a:latin typeface="Segoe UI"/>
                <a:ea typeface="Segoe UI"/>
                <a:cs typeface="Segoe UI"/>
              </a:defRPr>
            </a:defPPr>
            <a:lvl1pPr algn="l">
              <a:defRPr sz="900" b="1">
                <a:solidFill>
                  <a:srgbClr val="FF7F91"/>
                </a:solidFill>
                <a:latin typeface="Segoe UI"/>
                <a:ea typeface="Segoe UI"/>
                <a:cs typeface="Segoe UI"/>
              </a:defRPr>
            </a:lvl1pPr>
            <a:lvl2pPr algn="l">
              <a:defRPr sz="900" b="1">
                <a:solidFill>
                  <a:srgbClr val="FF7F91"/>
                </a:solidFill>
                <a:latin typeface="Segoe UI"/>
                <a:ea typeface="Segoe UI"/>
                <a:cs typeface="Segoe UI"/>
              </a:defRPr>
            </a:lvl2pPr>
            <a:lvl3pPr algn="l">
              <a:defRPr sz="900" b="1">
                <a:solidFill>
                  <a:srgbClr val="FF7F91"/>
                </a:solidFill>
                <a:latin typeface="Segoe UI"/>
                <a:ea typeface="Segoe UI"/>
                <a:cs typeface="Segoe UI"/>
              </a:defRPr>
            </a:lvl3pPr>
            <a:lvl4pPr algn="l">
              <a:defRPr sz="900" b="1">
                <a:solidFill>
                  <a:srgbClr val="FF7F91"/>
                </a:solidFill>
                <a:latin typeface="Segoe UI"/>
                <a:ea typeface="Segoe UI"/>
                <a:cs typeface="Segoe UI"/>
              </a:defRPr>
            </a:lvl4pPr>
            <a:lvl5pPr algn="l">
              <a:defRPr sz="900" b="1">
                <a:solidFill>
                  <a:srgbClr val="FF7F91"/>
                </a:solidFill>
                <a:latin typeface="Segoe UI"/>
                <a:ea typeface="Segoe UI"/>
                <a:cs typeface="Segoe UI"/>
              </a:defRPr>
            </a:lvl5pPr>
            <a:lvl6pPr algn="l">
              <a:defRPr sz="900" b="1">
                <a:solidFill>
                  <a:srgbClr val="FF7F91"/>
                </a:solidFill>
                <a:latin typeface="Segoe UI"/>
                <a:ea typeface="Segoe UI"/>
                <a:cs typeface="Segoe UI"/>
              </a:defRPr>
            </a:lvl6pPr>
            <a:lvl7pPr algn="l">
              <a:defRPr sz="900" b="1">
                <a:solidFill>
                  <a:srgbClr val="FF7F91"/>
                </a:solidFill>
                <a:latin typeface="Segoe UI"/>
                <a:ea typeface="Segoe UI"/>
                <a:cs typeface="Segoe UI"/>
              </a:defRPr>
            </a:lvl7pPr>
            <a:lvl8pPr algn="l">
              <a:defRPr sz="900" b="1">
                <a:solidFill>
                  <a:srgbClr val="FF7F91"/>
                </a:solidFill>
                <a:latin typeface="Segoe UI"/>
                <a:ea typeface="Segoe UI"/>
                <a:cs typeface="Segoe UI"/>
              </a:defRPr>
            </a:lvl8pPr>
            <a:lvl9pPr algn="l">
              <a:defRPr sz="900" b="1">
                <a:solidFill>
                  <a:srgbClr val="FF7F91"/>
                </a:solidFill>
                <a:latin typeface="Segoe UI"/>
                <a:ea typeface="Segoe UI"/>
                <a:cs typeface="Segoe UI"/>
              </a:defRPr>
            </a:lvl9pPr>
          </a:lstStyle>
          <a:p xmlns:a="http://schemas.openxmlformats.org/drawingml/2006/main">
            <a:pPr algn="l">
              <a:defRPr sz="900" b="1">
                <a:solidFill>
                  <a:srgbClr val="FF7F91"/>
                </a:solidFill>
                <a:latin typeface="Segoe UI"/>
                <a:ea typeface="Segoe UI"/>
                <a:cs typeface="Segoe UI"/>
              </a:defRPr>
            </a:pPr>
            <a:r>
              <a:rPr sz="900" b="1">
                <a:solidFill>
                  <a:srgbClr val="FF7F91"/>
                </a:solidFill>
                <a:latin typeface="Segoe UI"/>
                <a:ea typeface="Segoe UI"/>
                <a:cs typeface="Segoe UI"/>
              </a:rPr>
              <a:t>NO</a:t>
            </a:r>
          </a:p>
        </p:txBody>
      </p:sp>
      <p:sp>
        <p:nvSpPr>
          <p:cNvPr id="36" name="advance-branch-label">
            <a:extLst xmlns:a="http://schemas.openxmlformats.org/drawingml/2006/main">
              <a:ext uri="{FF2B5EF4-FFF2-40B4-BE49-F238E27FC236}">
                <a16:creationId xmlns:a16="http://schemas.microsoft.com/office/drawing/2014/main" id="{612AB5AC-414E-40E1-BDA8-07150EB795C3}"/>
              </a:ext>
            </a:extLst>
          </p:cNvPr>
          <p:cNvSpPr>
            <a:spLocks xmlns:a="http://schemas.openxmlformats.org/drawingml/2006/main" noGrp="1"/>
          </p:cNvSpPr>
          <p:nvPr/>
        </p:nvSpPr>
        <p:spPr>
          <a:xfrm xmlns:a="http://schemas.openxmlformats.org/drawingml/2006/main">
            <a:off x="7543800" y="4114800"/>
            <a:ext cx="609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63" b="1">
                <a:solidFill>
                  <a:srgbClr val="D4ED50"/>
                </a:solidFill>
                <a:latin typeface="Segoe UI"/>
                <a:ea typeface="Segoe UI"/>
                <a:cs typeface="Segoe UI"/>
              </a:defRPr>
            </a:defPPr>
            <a:lvl1pPr algn="l">
              <a:defRPr sz="863" b="1">
                <a:solidFill>
                  <a:srgbClr val="D4ED50"/>
                </a:solidFill>
                <a:latin typeface="Segoe UI"/>
                <a:ea typeface="Segoe UI"/>
                <a:cs typeface="Segoe UI"/>
              </a:defRPr>
            </a:lvl1pPr>
            <a:lvl2pPr algn="l">
              <a:defRPr sz="863" b="1">
                <a:solidFill>
                  <a:srgbClr val="D4ED50"/>
                </a:solidFill>
                <a:latin typeface="Segoe UI"/>
                <a:ea typeface="Segoe UI"/>
                <a:cs typeface="Segoe UI"/>
              </a:defRPr>
            </a:lvl2pPr>
            <a:lvl3pPr algn="l">
              <a:defRPr sz="863" b="1">
                <a:solidFill>
                  <a:srgbClr val="D4ED50"/>
                </a:solidFill>
                <a:latin typeface="Segoe UI"/>
                <a:ea typeface="Segoe UI"/>
                <a:cs typeface="Segoe UI"/>
              </a:defRPr>
            </a:lvl3pPr>
            <a:lvl4pPr algn="l">
              <a:defRPr sz="863" b="1">
                <a:solidFill>
                  <a:srgbClr val="D4ED50"/>
                </a:solidFill>
                <a:latin typeface="Segoe UI"/>
                <a:ea typeface="Segoe UI"/>
                <a:cs typeface="Segoe UI"/>
              </a:defRPr>
            </a:lvl4pPr>
            <a:lvl5pPr algn="l">
              <a:defRPr sz="863" b="1">
                <a:solidFill>
                  <a:srgbClr val="D4ED50"/>
                </a:solidFill>
                <a:latin typeface="Segoe UI"/>
                <a:ea typeface="Segoe UI"/>
                <a:cs typeface="Segoe UI"/>
              </a:defRPr>
            </a:lvl5pPr>
            <a:lvl6pPr algn="l">
              <a:defRPr sz="863" b="1">
                <a:solidFill>
                  <a:srgbClr val="D4ED50"/>
                </a:solidFill>
                <a:latin typeface="Segoe UI"/>
                <a:ea typeface="Segoe UI"/>
                <a:cs typeface="Segoe UI"/>
              </a:defRPr>
            </a:lvl6pPr>
            <a:lvl7pPr algn="l">
              <a:defRPr sz="863" b="1">
                <a:solidFill>
                  <a:srgbClr val="D4ED50"/>
                </a:solidFill>
                <a:latin typeface="Segoe UI"/>
                <a:ea typeface="Segoe UI"/>
                <a:cs typeface="Segoe UI"/>
              </a:defRPr>
            </a:lvl7pPr>
            <a:lvl8pPr algn="l">
              <a:defRPr sz="863" b="1">
                <a:solidFill>
                  <a:srgbClr val="D4ED50"/>
                </a:solidFill>
                <a:latin typeface="Segoe UI"/>
                <a:ea typeface="Segoe UI"/>
                <a:cs typeface="Segoe UI"/>
              </a:defRPr>
            </a:lvl8pPr>
            <a:lvl9pPr algn="l">
              <a:defRPr sz="863" b="1">
                <a:solidFill>
                  <a:srgbClr val="D4ED50"/>
                </a:solidFill>
                <a:latin typeface="Segoe UI"/>
                <a:ea typeface="Segoe UI"/>
                <a:cs typeface="Segoe UI"/>
              </a:defRPr>
            </a:lvl9pPr>
          </a:lstStyle>
          <a:p xmlns:a="http://schemas.openxmlformats.org/drawingml/2006/main">
            <a:pPr algn="l">
              <a:defRPr sz="863" b="1">
                <a:solidFill>
                  <a:srgbClr val="D4ED50"/>
                </a:solidFill>
                <a:latin typeface="Segoe UI"/>
                <a:ea typeface="Segoe UI"/>
                <a:cs typeface="Segoe UI"/>
              </a:defRPr>
            </a:pPr>
            <a:r>
              <a:rPr sz="863" b="1">
                <a:solidFill>
                  <a:srgbClr val="D4ED50"/>
                </a:solidFill>
                <a:latin typeface="Segoe UI"/>
                <a:ea typeface="Segoe UI"/>
                <a:cs typeface="Segoe UI"/>
              </a:rPr>
              <a:t>YES / LIMIT</a:t>
            </a:r>
          </a:p>
        </p:txBody>
      </p:sp>
      <p:sp>
        <p:nvSpPr>
          <p:cNvPr id="37" name="other-intents-frame">
            <a:extLst xmlns:a="http://schemas.openxmlformats.org/drawingml/2006/main">
              <a:ext uri="{FF2B5EF4-FFF2-40B4-BE49-F238E27FC236}">
                <a16:creationId xmlns:a16="http://schemas.microsoft.com/office/drawing/2014/main" id="{18D57BB3-AC77-4265-B9F9-62398A3310AA}"/>
              </a:ext>
            </a:extLst>
          </p:cNvPr>
          <p:cNvSpPr>
            <a:spLocks xmlns:a="http://schemas.openxmlformats.org/drawingml/2006/main" noGrp="1"/>
          </p:cNvSpPr>
          <p:nvPr/>
        </p:nvSpPr>
        <p:spPr>
          <a:xfrm xmlns:a="http://schemas.openxmlformats.org/drawingml/2006/main">
            <a:off x="514350" y="4391025"/>
            <a:ext cx="4762500" cy="1323975"/>
          </a:xfrm>
          <a:prstGeom xmlns:a="http://schemas.openxmlformats.org/drawingml/2006/main" prst="roundRect">
            <a:avLst>
              <a:gd name="adj" fmla="val 8633"/>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38" name="other-intents-heading">
            <a:extLst xmlns:a="http://schemas.openxmlformats.org/drawingml/2006/main">
              <a:ext uri="{FF2B5EF4-FFF2-40B4-BE49-F238E27FC236}">
                <a16:creationId xmlns:a16="http://schemas.microsoft.com/office/drawing/2014/main" id="{5E473211-E4E1-4B8C-9D3F-BE665B0D8050}"/>
              </a:ext>
            </a:extLst>
          </p:cNvPr>
          <p:cNvSpPr>
            <a:spLocks xmlns:a="http://schemas.openxmlformats.org/drawingml/2006/main" noGrp="1"/>
          </p:cNvSpPr>
          <p:nvPr/>
        </p:nvSpPr>
        <p:spPr>
          <a:xfrm xmlns:a="http://schemas.openxmlformats.org/drawingml/2006/main">
            <a:off x="647700" y="4505325"/>
            <a:ext cx="449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OTHER INTENT ROUTES</a:t>
            </a:r>
          </a:p>
        </p:txBody>
      </p:sp>
      <p:sp>
        <p:nvSpPr>
          <p:cNvPr id="39" name="tutoring-intent-detail">
            <a:extLst xmlns:a="http://schemas.openxmlformats.org/drawingml/2006/main">
              <a:ext uri="{FF2B5EF4-FFF2-40B4-BE49-F238E27FC236}">
                <a16:creationId xmlns:a16="http://schemas.microsoft.com/office/drawing/2014/main" id="{D193B851-0EBC-41A3-B960-E91770456A47}"/>
              </a:ext>
            </a:extLst>
          </p:cNvPr>
          <p:cNvSpPr>
            <a:spLocks xmlns:a="http://schemas.openxmlformats.org/drawingml/2006/main" noGrp="1"/>
          </p:cNvSpPr>
          <p:nvPr/>
        </p:nvSpPr>
        <p:spPr>
          <a:xfrm xmlns:a="http://schemas.openxmlformats.org/drawingml/2006/main">
            <a:off x="723900" y="4829175"/>
            <a:ext cx="434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Tutoring: RAG → Tutor → mini-quiz when concept/material exists and no quiz is active; otherwise Reflection.</a:t>
            </a:r>
          </a:p>
        </p:txBody>
      </p:sp>
      <p:sp>
        <p:nvSpPr>
          <p:cNvPr id="40" name="analytics-intent-detail">
            <a:extLst xmlns:a="http://schemas.openxmlformats.org/drawingml/2006/main">
              <a:ext uri="{FF2B5EF4-FFF2-40B4-BE49-F238E27FC236}">
                <a16:creationId xmlns:a16="http://schemas.microsoft.com/office/drawing/2014/main" id="{2DF6BFAA-9F4B-4511-B1BC-1C323901AD87}"/>
              </a:ext>
            </a:extLst>
          </p:cNvPr>
          <p:cNvSpPr>
            <a:spLocks xmlns:a="http://schemas.openxmlformats.org/drawingml/2006/main" noGrp="1"/>
          </p:cNvSpPr>
          <p:nvPr/>
        </p:nvSpPr>
        <p:spPr>
          <a:xfrm xmlns:a="http://schemas.openxmlformats.org/drawingml/2006/main">
            <a:off x="723900" y="5267325"/>
            <a:ext cx="4343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Analytics → Recommendations. Spoken paths end at Accessibility.</a:t>
            </a:r>
          </a:p>
        </p:txBody>
      </p:sp>
      <p:sp>
        <p:nvSpPr>
          <p:cNvPr id="41" name="agentic-flow-footnote">
            <a:extLst xmlns:a="http://schemas.openxmlformats.org/drawingml/2006/main">
              <a:ext uri="{FF2B5EF4-FFF2-40B4-BE49-F238E27FC236}">
                <a16:creationId xmlns:a16="http://schemas.microsoft.com/office/drawing/2014/main" id="{30B321A9-CE9D-4CD2-ABD9-EA70830F7BF0}"/>
              </a:ext>
            </a:extLst>
          </p:cNvPr>
          <p:cNvSpPr>
            <a:spLocks xmlns:a="http://schemas.openxmlformats.org/drawingml/2006/main" noGrp="1"/>
          </p:cNvSpPr>
          <p:nvPr/>
        </p:nvSpPr>
        <p:spPr>
          <a:xfrm xmlns:a="http://schemas.openxmlformats.org/drawingml/2006/main">
            <a:off x="609600" y="61245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9AA8BC"/>
                </a:solidFill>
                <a:latin typeface="Segoe UI"/>
                <a:ea typeface="Segoe UI"/>
                <a:cs typeface="Segoe UI"/>
              </a:defRPr>
            </a:defPPr>
            <a:lvl1pPr algn="l">
              <a:defRPr sz="1088">
                <a:solidFill>
                  <a:srgbClr val="9AA8BC"/>
                </a:solidFill>
                <a:latin typeface="Segoe UI"/>
                <a:ea typeface="Segoe UI"/>
                <a:cs typeface="Segoe UI"/>
              </a:defRPr>
            </a:lvl1pPr>
            <a:lvl2pPr algn="l">
              <a:defRPr sz="1088">
                <a:solidFill>
                  <a:srgbClr val="9AA8BC"/>
                </a:solidFill>
                <a:latin typeface="Segoe UI"/>
                <a:ea typeface="Segoe UI"/>
                <a:cs typeface="Segoe UI"/>
              </a:defRPr>
            </a:lvl2pPr>
            <a:lvl3pPr algn="l">
              <a:defRPr sz="1088">
                <a:solidFill>
                  <a:srgbClr val="9AA8BC"/>
                </a:solidFill>
                <a:latin typeface="Segoe UI"/>
                <a:ea typeface="Segoe UI"/>
                <a:cs typeface="Segoe UI"/>
              </a:defRPr>
            </a:lvl3pPr>
            <a:lvl4pPr algn="l">
              <a:defRPr sz="1088">
                <a:solidFill>
                  <a:srgbClr val="9AA8BC"/>
                </a:solidFill>
                <a:latin typeface="Segoe UI"/>
                <a:ea typeface="Segoe UI"/>
                <a:cs typeface="Segoe UI"/>
              </a:defRPr>
            </a:lvl4pPr>
            <a:lvl5pPr algn="l">
              <a:defRPr sz="1088">
                <a:solidFill>
                  <a:srgbClr val="9AA8BC"/>
                </a:solidFill>
                <a:latin typeface="Segoe UI"/>
                <a:ea typeface="Segoe UI"/>
                <a:cs typeface="Segoe UI"/>
              </a:defRPr>
            </a:lvl5pPr>
            <a:lvl6pPr algn="l">
              <a:defRPr sz="1088">
                <a:solidFill>
                  <a:srgbClr val="9AA8BC"/>
                </a:solidFill>
                <a:latin typeface="Segoe UI"/>
                <a:ea typeface="Segoe UI"/>
                <a:cs typeface="Segoe UI"/>
              </a:defRPr>
            </a:lvl6pPr>
            <a:lvl7pPr algn="l">
              <a:defRPr sz="1088">
                <a:solidFill>
                  <a:srgbClr val="9AA8BC"/>
                </a:solidFill>
                <a:latin typeface="Segoe UI"/>
                <a:ea typeface="Segoe UI"/>
                <a:cs typeface="Segoe UI"/>
              </a:defRPr>
            </a:lvl7pPr>
            <a:lvl8pPr algn="l">
              <a:defRPr sz="1088">
                <a:solidFill>
                  <a:srgbClr val="9AA8BC"/>
                </a:solidFill>
                <a:latin typeface="Segoe UI"/>
                <a:ea typeface="Segoe UI"/>
                <a:cs typeface="Segoe UI"/>
              </a:defRPr>
            </a:lvl8pPr>
            <a:lvl9pPr algn="l">
              <a:defRPr sz="1088">
                <a:solidFill>
                  <a:srgbClr val="9AA8BC"/>
                </a:solidFill>
                <a:latin typeface="Segoe UI"/>
                <a:ea typeface="Segoe UI"/>
                <a:cs typeface="Segoe UI"/>
              </a:defRPr>
            </a:lvl9pPr>
          </a:lstStyle>
          <a:p xmlns:a="http://schemas.openxmlformats.org/drawingml/2006/main">
            <a:pPr algn="l">
              <a:defRPr sz="1088">
                <a:solidFill>
                  <a:srgbClr val="9AA8BC"/>
                </a:solidFill>
                <a:latin typeface="Segoe UI"/>
                <a:ea typeface="Segoe UI"/>
                <a:cs typeface="Segoe UI"/>
              </a:defRPr>
            </a:pPr>
            <a:r>
              <a:rPr sz="1088">
                <a:solidFill>
                  <a:srgbClr val="9AA8BC"/>
                </a:solidFill>
                <a:latin typeface="Segoe UI"/>
                <a:ea typeface="Segoe UI"/>
                <a:cs typeface="Segoe UI"/>
              </a:rPr>
              <a:t>Chat quiz progress is mirrored to Redis; the graph checkpointer persists state between turns.</a:t>
            </a:r>
          </a:p>
        </p:txBody>
      </p:sp>
    </p:spTree>
    <p:extLst>
      <p:ext uri="{BB962C8B-B14F-4D97-AF65-F5344CB8AC3E}">
        <p14:creationId xmlns:p14="http://schemas.microsoft.com/office/powerpoint/2010/main" val="253809818"/>
      </p:ext>
    </p:extLst>
  </p:cSld>
</p:sld>
</file>

<file path=ppt/slides/slide3.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6E52D5EE-9FB4-4A7A-8B9A-10BB8A902D79}"/>
              </a:ext>
            </a:extLst>
          </p:cNvPr>
          <p:cNvCxnSpPr>
            <a:stCxn xmlns:a="http://schemas.openxmlformats.org/drawingml/2006/main" id="9" idx="3"/>
            <a:endCxn xmlns:a="http://schemas.openxmlformats.org/drawingml/2006/main" id="12" idx="1"/>
          </p:cNvCxnSpPr>
          <p:nvPr/>
        </p:nvCxnSpPr>
        <p:spPr>
          <a:xfrm xmlns:a="http://schemas.openxmlformats.org/drawingml/2006/main">
            <a:off x="7886700" y="2438400"/>
            <a:ext cx="209550" cy="0"/>
          </a:xfrm>
          <a:prstGeom xmlns:a="http://schemas.openxmlformats.org/drawingml/2006/main" prst="straightConnector1">
            <a:avLst/>
          </a:prstGeom>
          <a:ln xmlns:a="http://schemas.openxmlformats.org/drawingml/2006/main" w="16193">
            <a:solidFill>
              <a:srgbClr val="37C9C4"/>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DE86DB3F-5B46-4C06-8D57-C3ED980A963A}"/>
              </a:ext>
            </a:extLst>
          </p:cNvPr>
          <p:cNvCxnSpPr>
            <a:stCxn xmlns:a="http://schemas.openxmlformats.org/drawingml/2006/main" id="6" idx="3"/>
            <a:endCxn xmlns:a="http://schemas.openxmlformats.org/drawingml/2006/main" id="9" idx="1"/>
          </p:cNvCxnSpPr>
          <p:nvPr/>
        </p:nvCxnSpPr>
        <p:spPr>
          <a:xfrm xmlns:a="http://schemas.openxmlformats.org/drawingml/2006/main">
            <a:off x="4095750" y="2438400"/>
            <a:ext cx="209550" cy="0"/>
          </a:xfrm>
          <a:prstGeom xmlns:a="http://schemas.openxmlformats.org/drawingml/2006/main" prst="straightConnector1">
            <a:avLst/>
          </a:prstGeom>
          <a:ln xmlns:a="http://schemas.openxmlformats.org/drawingml/2006/main" w="16193">
            <a:solidFill>
              <a:srgbClr val="6877FF"/>
            </a:solidFill>
            <a:prstDash val="solid"/>
            <a:tailEnd type="triangle" w="sm" len="sm"/>
          </a:ln>
        </p:spPr>
      </p:cxnSp>
      <p:sp>
        <p:nvSpPr>
          <p:cNvPr id="30" name="eyebrow-03  /  ROUTER &amp; TUTORING">
            <a:extLst xmlns:a="http://schemas.openxmlformats.org/drawingml/2006/main">
              <a:ext uri="{FF2B5EF4-FFF2-40B4-BE49-F238E27FC236}">
                <a16:creationId xmlns:a16="http://schemas.microsoft.com/office/drawing/2014/main" id="{55E7229B-F021-4FE7-A1A0-F1F6E86078B2}"/>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03  /  ROUTER &amp; TUTORING</a:t>
            </a:r>
          </a:p>
        </p:txBody>
      </p:sp>
      <p:sp>
        <p:nvSpPr>
          <p:cNvPr id="2" name="title-03  /  ROUTER &amp; TUTORING">
            <a:extLst xmlns:a="http://schemas.openxmlformats.org/drawingml/2006/main">
              <a:ext uri="{FF2B5EF4-FFF2-40B4-BE49-F238E27FC236}">
                <a16:creationId xmlns:a16="http://schemas.microsoft.com/office/drawing/2014/main" id="{8E839CC1-1A74-48FF-85AA-BBE9C57C12F2}"/>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Intent and tutoring path, node by node</a:t>
            </a:r>
          </a:p>
        </p:txBody>
      </p:sp>
      <p:sp>
        <p:nvSpPr>
          <p:cNvPr id="3" name="subtitle-03  /  ROUTER &amp; TUTORING">
            <a:extLst xmlns:a="http://schemas.openxmlformats.org/drawingml/2006/main">
              <a:ext uri="{FF2B5EF4-FFF2-40B4-BE49-F238E27FC236}">
                <a16:creationId xmlns:a16="http://schemas.microsoft.com/office/drawing/2014/main" id="{B0409A24-25F1-4AB0-B8F2-F3B5723A971B}"/>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router reads the learner turn, grounds tutor responses in scoped material, then selects a quick check or reflection.</a:t>
            </a:r>
          </a:p>
        </p:txBody>
      </p:sp>
      <p:sp>
        <p:nvSpPr>
          <p:cNvPr id="4" name="router-langgraph-logo-tile">
            <a:extLst xmlns:a="http://schemas.openxmlformats.org/drawingml/2006/main">
              <a:ext uri="{FF2B5EF4-FFF2-40B4-BE49-F238E27FC236}">
                <a16:creationId xmlns:a16="http://schemas.microsoft.com/office/drawing/2014/main" id="{3DA7C246-8976-4E95-984A-7481356F142B}"/>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E860C73A-A727-47F7-B280-44562B9EE1D2}"/>
              </a:ext>
            </a:extLst>
          </p:cNvPr>
          <p:cNvPicPr>
            <a:picLocks xmlns:a="http://schemas.openxmlformats.org/drawingml/2006/main" noChangeAspect="1"/>
          </p:cNvPicPr>
          <p:nvPr/>
        </p:nvPicPr>
        <p:blipFill>
          <a:blip xmlns:r="http://schemas.openxmlformats.org/officeDocument/2006/relationships" xmlns:a="http://schemas.openxmlformats.org/drawingml/2006/main" r:embed="R5aa61e82c4f64988">
            <a:extLst>
              <a:ext uri="{96DAC541-7B7A-43D3-8B79-37D633B846F1}">
                <asvg:svgBlip xmlns:asvg="http://schemas.microsoft.com/office/drawing/2016/SVG/main" r:embed="Rd5b73580d79c4d81"/>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router-detail-card">
            <a:extLst xmlns:a="http://schemas.openxmlformats.org/drawingml/2006/main">
              <a:ext uri="{FF2B5EF4-FFF2-40B4-BE49-F238E27FC236}">
                <a16:creationId xmlns:a16="http://schemas.microsoft.com/office/drawing/2014/main" id="{079D84DE-6742-48E9-B452-E8A9AD11F830}"/>
              </a:ext>
            </a:extLst>
          </p:cNvPr>
          <p:cNvSpPr>
            <a:spLocks xmlns:a="http://schemas.openxmlformats.org/drawingml/2006/main" noGrp="1"/>
          </p:cNvSpPr>
          <p:nvPr/>
        </p:nvSpPr>
        <p:spPr>
          <a:xfrm xmlns:a="http://schemas.openxmlformats.org/drawingml/2006/main">
            <a:off x="514350" y="1562100"/>
            <a:ext cx="3581400" cy="1752600"/>
          </a:xfrm>
          <a:prstGeom xmlns:a="http://schemas.openxmlformats.org/drawingml/2006/main" prst="roundRect">
            <a:avLst>
              <a:gd name="adj" fmla="val 6522"/>
            </a:avLst>
          </a:prstGeom>
          <a:solidFill xmlns:a="http://schemas.openxmlformats.org/drawingml/2006/main">
            <a:srgbClr val="172238"/>
          </a:solidFill>
          <a:ln xmlns:a="http://schemas.openxmlformats.org/drawingml/2006/main" w="13335">
            <a:solidFill>
              <a:srgbClr val="6877FF"/>
            </a:solidFill>
            <a:prstDash val="solid"/>
          </a:ln>
        </p:spPr>
      </p:sp>
      <p:sp>
        <p:nvSpPr>
          <p:cNvPr id="7" name="router-detail-title">
            <a:extLst xmlns:a="http://schemas.openxmlformats.org/drawingml/2006/main">
              <a:ext uri="{FF2B5EF4-FFF2-40B4-BE49-F238E27FC236}">
                <a16:creationId xmlns:a16="http://schemas.microsoft.com/office/drawing/2014/main" id="{D2E36B7B-CF1F-4758-99E7-0D2D53CAC798}"/>
              </a:ext>
            </a:extLst>
          </p:cNvPr>
          <p:cNvSpPr>
            <a:spLocks xmlns:a="http://schemas.openxmlformats.org/drawingml/2006/main" noGrp="1"/>
          </p:cNvSpPr>
          <p:nvPr/>
        </p:nvSpPr>
        <p:spPr>
          <a:xfrm xmlns:a="http://schemas.openxmlformats.org/drawingml/2006/main">
            <a:off x="704850" y="16954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6877FF"/>
                </a:solidFill>
                <a:latin typeface="Segoe UI"/>
                <a:ea typeface="Segoe UI"/>
                <a:cs typeface="Segoe UI"/>
              </a:defRPr>
            </a:defPPr>
            <a:lvl1pPr algn="l">
              <a:defRPr sz="1425" b="1">
                <a:solidFill>
                  <a:srgbClr val="6877FF"/>
                </a:solidFill>
                <a:latin typeface="Segoe UI"/>
                <a:ea typeface="Segoe UI"/>
                <a:cs typeface="Segoe UI"/>
              </a:defRPr>
            </a:lvl1pPr>
            <a:lvl2pPr algn="l">
              <a:defRPr sz="1425" b="1">
                <a:solidFill>
                  <a:srgbClr val="6877FF"/>
                </a:solidFill>
                <a:latin typeface="Segoe UI"/>
                <a:ea typeface="Segoe UI"/>
                <a:cs typeface="Segoe UI"/>
              </a:defRPr>
            </a:lvl2pPr>
            <a:lvl3pPr algn="l">
              <a:defRPr sz="1425" b="1">
                <a:solidFill>
                  <a:srgbClr val="6877FF"/>
                </a:solidFill>
                <a:latin typeface="Segoe UI"/>
                <a:ea typeface="Segoe UI"/>
                <a:cs typeface="Segoe UI"/>
              </a:defRPr>
            </a:lvl3pPr>
            <a:lvl4pPr algn="l">
              <a:defRPr sz="1425" b="1">
                <a:solidFill>
                  <a:srgbClr val="6877FF"/>
                </a:solidFill>
                <a:latin typeface="Segoe UI"/>
                <a:ea typeface="Segoe UI"/>
                <a:cs typeface="Segoe UI"/>
              </a:defRPr>
            </a:lvl4pPr>
            <a:lvl5pPr algn="l">
              <a:defRPr sz="1425" b="1">
                <a:solidFill>
                  <a:srgbClr val="6877FF"/>
                </a:solidFill>
                <a:latin typeface="Segoe UI"/>
                <a:ea typeface="Segoe UI"/>
                <a:cs typeface="Segoe UI"/>
              </a:defRPr>
            </a:lvl5pPr>
            <a:lvl6pPr algn="l">
              <a:defRPr sz="1425" b="1">
                <a:solidFill>
                  <a:srgbClr val="6877FF"/>
                </a:solidFill>
                <a:latin typeface="Segoe UI"/>
                <a:ea typeface="Segoe UI"/>
                <a:cs typeface="Segoe UI"/>
              </a:defRPr>
            </a:lvl6pPr>
            <a:lvl7pPr algn="l">
              <a:defRPr sz="1425" b="1">
                <a:solidFill>
                  <a:srgbClr val="6877FF"/>
                </a:solidFill>
                <a:latin typeface="Segoe UI"/>
                <a:ea typeface="Segoe UI"/>
                <a:cs typeface="Segoe UI"/>
              </a:defRPr>
            </a:lvl7pPr>
            <a:lvl8pPr algn="l">
              <a:defRPr sz="1425" b="1">
                <a:solidFill>
                  <a:srgbClr val="6877FF"/>
                </a:solidFill>
                <a:latin typeface="Segoe UI"/>
                <a:ea typeface="Segoe UI"/>
                <a:cs typeface="Segoe UI"/>
              </a:defRPr>
            </a:lvl8pPr>
            <a:lvl9pPr algn="l">
              <a:defRPr sz="1425" b="1">
                <a:solidFill>
                  <a:srgbClr val="6877FF"/>
                </a:solidFill>
                <a:latin typeface="Segoe UI"/>
                <a:ea typeface="Segoe UI"/>
                <a:cs typeface="Segoe UI"/>
              </a:defRPr>
            </a:lvl9pPr>
          </a:lstStyle>
          <a:p xmlns:a="http://schemas.openxmlformats.org/drawingml/2006/main">
            <a:pPr algn="l">
              <a:defRPr sz="1425" b="1">
                <a:solidFill>
                  <a:srgbClr val="6877FF"/>
                </a:solidFill>
                <a:latin typeface="Segoe UI"/>
                <a:ea typeface="Segoe UI"/>
                <a:cs typeface="Segoe UI"/>
              </a:defRPr>
            </a:pPr>
            <a:r>
              <a:rPr sz="1425" b="1">
                <a:solidFill>
                  <a:srgbClr val="6877FF"/>
                </a:solidFill>
                <a:latin typeface="Segoe UI"/>
                <a:ea typeface="Segoe UI"/>
                <a:cs typeface="Segoe UI"/>
              </a:rPr>
              <a:t>01  Intent router</a:t>
            </a:r>
          </a:p>
        </p:txBody>
      </p:sp>
      <p:sp>
        <p:nvSpPr>
          <p:cNvPr id="8" name="router-detail-body">
            <a:extLst xmlns:a="http://schemas.openxmlformats.org/drawingml/2006/main">
              <a:ext uri="{FF2B5EF4-FFF2-40B4-BE49-F238E27FC236}">
                <a16:creationId xmlns:a16="http://schemas.microsoft.com/office/drawing/2014/main" id="{D1F48FAF-B00D-4F13-8FFE-F1F8C2C8AD9C}"/>
              </a:ext>
            </a:extLst>
          </p:cNvPr>
          <p:cNvSpPr>
            <a:spLocks xmlns:a="http://schemas.openxmlformats.org/drawingml/2006/main" noGrp="1"/>
          </p:cNvSpPr>
          <p:nvPr/>
        </p:nvSpPr>
        <p:spPr>
          <a:xfrm xmlns:a="http://schemas.openxmlformats.org/drawingml/2006/main">
            <a:off x="704850" y="202882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utterance / transcript, quiz session and active question.</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DECIDE  LLM labels intent, confidence, emotion and topic. During an active quiz, a normal utterance routes as answer → scoring; missing progress can be rehydrated from Redis.</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intent · intent_confidence · emotional_state · current_topic</a:t>
            </a:r>
          </a:p>
        </p:txBody>
      </p:sp>
      <p:sp>
        <p:nvSpPr>
          <p:cNvPr id="9" name="rag-detail-card">
            <a:extLst xmlns:a="http://schemas.openxmlformats.org/drawingml/2006/main">
              <a:ext uri="{FF2B5EF4-FFF2-40B4-BE49-F238E27FC236}">
                <a16:creationId xmlns:a16="http://schemas.microsoft.com/office/drawing/2014/main" id="{D8179A19-031F-485A-B444-4A9329242FDC}"/>
              </a:ext>
            </a:extLst>
          </p:cNvPr>
          <p:cNvSpPr>
            <a:spLocks xmlns:a="http://schemas.openxmlformats.org/drawingml/2006/main" noGrp="1"/>
          </p:cNvSpPr>
          <p:nvPr/>
        </p:nvSpPr>
        <p:spPr>
          <a:xfrm xmlns:a="http://schemas.openxmlformats.org/drawingml/2006/main">
            <a:off x="4305300" y="1562100"/>
            <a:ext cx="3581400" cy="1752600"/>
          </a:xfrm>
          <a:prstGeom xmlns:a="http://schemas.openxmlformats.org/drawingml/2006/main" prst="roundRect">
            <a:avLst>
              <a:gd name="adj" fmla="val 6522"/>
            </a:avLst>
          </a:prstGeom>
          <a:solidFill xmlns:a="http://schemas.openxmlformats.org/drawingml/2006/main">
            <a:srgbClr val="172238"/>
          </a:solidFill>
          <a:ln xmlns:a="http://schemas.openxmlformats.org/drawingml/2006/main" w="13335">
            <a:solidFill>
              <a:srgbClr val="37C9C4"/>
            </a:solidFill>
            <a:prstDash val="solid"/>
          </a:ln>
        </p:spPr>
      </p:sp>
      <p:sp>
        <p:nvSpPr>
          <p:cNvPr id="10" name="rag-detail-title">
            <a:extLst xmlns:a="http://schemas.openxmlformats.org/drawingml/2006/main">
              <a:ext uri="{FF2B5EF4-FFF2-40B4-BE49-F238E27FC236}">
                <a16:creationId xmlns:a16="http://schemas.microsoft.com/office/drawing/2014/main" id="{9AC96B5D-A191-4D23-8ADB-EF8472ADCB49}"/>
              </a:ext>
            </a:extLst>
          </p:cNvPr>
          <p:cNvSpPr>
            <a:spLocks xmlns:a="http://schemas.openxmlformats.org/drawingml/2006/main" noGrp="1"/>
          </p:cNvSpPr>
          <p:nvPr/>
        </p:nvSpPr>
        <p:spPr>
          <a:xfrm xmlns:a="http://schemas.openxmlformats.org/drawingml/2006/main">
            <a:off x="4495800" y="16954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37C9C4"/>
                </a:solidFill>
                <a:latin typeface="Segoe UI"/>
                <a:ea typeface="Segoe UI"/>
                <a:cs typeface="Segoe UI"/>
              </a:defRPr>
            </a:defPPr>
            <a:lvl1pPr algn="l">
              <a:defRPr sz="1425" b="1">
                <a:solidFill>
                  <a:srgbClr val="37C9C4"/>
                </a:solidFill>
                <a:latin typeface="Segoe UI"/>
                <a:ea typeface="Segoe UI"/>
                <a:cs typeface="Segoe UI"/>
              </a:defRPr>
            </a:lvl1pPr>
            <a:lvl2pPr algn="l">
              <a:defRPr sz="1425" b="1">
                <a:solidFill>
                  <a:srgbClr val="37C9C4"/>
                </a:solidFill>
                <a:latin typeface="Segoe UI"/>
                <a:ea typeface="Segoe UI"/>
                <a:cs typeface="Segoe UI"/>
              </a:defRPr>
            </a:lvl2pPr>
            <a:lvl3pPr algn="l">
              <a:defRPr sz="1425" b="1">
                <a:solidFill>
                  <a:srgbClr val="37C9C4"/>
                </a:solidFill>
                <a:latin typeface="Segoe UI"/>
                <a:ea typeface="Segoe UI"/>
                <a:cs typeface="Segoe UI"/>
              </a:defRPr>
            </a:lvl3pPr>
            <a:lvl4pPr algn="l">
              <a:defRPr sz="1425" b="1">
                <a:solidFill>
                  <a:srgbClr val="37C9C4"/>
                </a:solidFill>
                <a:latin typeface="Segoe UI"/>
                <a:ea typeface="Segoe UI"/>
                <a:cs typeface="Segoe UI"/>
              </a:defRPr>
            </a:lvl4pPr>
            <a:lvl5pPr algn="l">
              <a:defRPr sz="1425" b="1">
                <a:solidFill>
                  <a:srgbClr val="37C9C4"/>
                </a:solidFill>
                <a:latin typeface="Segoe UI"/>
                <a:ea typeface="Segoe UI"/>
                <a:cs typeface="Segoe UI"/>
              </a:defRPr>
            </a:lvl5pPr>
            <a:lvl6pPr algn="l">
              <a:defRPr sz="1425" b="1">
                <a:solidFill>
                  <a:srgbClr val="37C9C4"/>
                </a:solidFill>
                <a:latin typeface="Segoe UI"/>
                <a:ea typeface="Segoe UI"/>
                <a:cs typeface="Segoe UI"/>
              </a:defRPr>
            </a:lvl6pPr>
            <a:lvl7pPr algn="l">
              <a:defRPr sz="1425" b="1">
                <a:solidFill>
                  <a:srgbClr val="37C9C4"/>
                </a:solidFill>
                <a:latin typeface="Segoe UI"/>
                <a:ea typeface="Segoe UI"/>
                <a:cs typeface="Segoe UI"/>
              </a:defRPr>
            </a:lvl7pPr>
            <a:lvl8pPr algn="l">
              <a:defRPr sz="1425" b="1">
                <a:solidFill>
                  <a:srgbClr val="37C9C4"/>
                </a:solidFill>
                <a:latin typeface="Segoe UI"/>
                <a:ea typeface="Segoe UI"/>
                <a:cs typeface="Segoe UI"/>
              </a:defRPr>
            </a:lvl8pPr>
            <a:lvl9pPr algn="l">
              <a:defRPr sz="1425" b="1">
                <a:solidFill>
                  <a:srgbClr val="37C9C4"/>
                </a:solidFill>
                <a:latin typeface="Segoe UI"/>
                <a:ea typeface="Segoe UI"/>
                <a:cs typeface="Segoe UI"/>
              </a:defRPr>
            </a:lvl9pPr>
          </a:lstStyle>
          <a:p xmlns:a="http://schemas.openxmlformats.org/drawingml/2006/main">
            <a:pPr algn="l">
              <a:defRPr sz="1425" b="1">
                <a:solidFill>
                  <a:srgbClr val="37C9C4"/>
                </a:solidFill>
                <a:latin typeface="Segoe UI"/>
                <a:ea typeface="Segoe UI"/>
                <a:cs typeface="Segoe UI"/>
              </a:defRPr>
            </a:pPr>
            <a:r>
              <a:rPr sz="1425" b="1">
                <a:solidFill>
                  <a:srgbClr val="37C9C4"/>
                </a:solidFill>
                <a:latin typeface="Segoe UI"/>
                <a:ea typeface="Segoe UI"/>
                <a:cs typeface="Segoe UI"/>
              </a:rPr>
              <a:t>02  RAG retrieval</a:t>
            </a:r>
          </a:p>
        </p:txBody>
      </p:sp>
      <p:sp>
        <p:nvSpPr>
          <p:cNvPr id="11" name="rag-detail-body">
            <a:extLst xmlns:a="http://schemas.openxmlformats.org/drawingml/2006/main">
              <a:ext uri="{FF2B5EF4-FFF2-40B4-BE49-F238E27FC236}">
                <a16:creationId xmlns:a16="http://schemas.microsoft.com/office/drawing/2014/main" id="{71D7B6A7-5ED5-4DD6-ACDE-3667919DFFCD}"/>
              </a:ext>
            </a:extLst>
          </p:cNvPr>
          <p:cNvSpPr>
            <a:spLocks xmlns:a="http://schemas.openxmlformats.org/drawingml/2006/main" noGrp="1"/>
          </p:cNvSpPr>
          <p:nvPr/>
        </p:nvSpPr>
        <p:spPr>
          <a:xfrm xmlns:a="http://schemas.openxmlformats.org/drawingml/2006/main">
            <a:off x="4495800" y="202882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query + subject/concept scope. Class/material retrieval also requires validated student and class IDs.</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DO  embed query → pgvector filters → optional rerank.</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ranked chunks to retrieved_docs; infer current_concept_id from a top hit when absent. Empty scoped results stop with 409.</a:t>
            </a:r>
          </a:p>
        </p:txBody>
      </p:sp>
      <p:sp>
        <p:nvSpPr>
          <p:cNvPr id="12" name="tutor-detail-card">
            <a:extLst xmlns:a="http://schemas.openxmlformats.org/drawingml/2006/main">
              <a:ext uri="{FF2B5EF4-FFF2-40B4-BE49-F238E27FC236}">
                <a16:creationId xmlns:a16="http://schemas.microsoft.com/office/drawing/2014/main" id="{B0E7B4B0-ACC3-4489-872D-9FA5F0FC22CC}"/>
              </a:ext>
            </a:extLst>
          </p:cNvPr>
          <p:cNvSpPr>
            <a:spLocks xmlns:a="http://schemas.openxmlformats.org/drawingml/2006/main" noGrp="1"/>
          </p:cNvSpPr>
          <p:nvPr/>
        </p:nvSpPr>
        <p:spPr>
          <a:xfrm xmlns:a="http://schemas.openxmlformats.org/drawingml/2006/main">
            <a:off x="8096250" y="1562100"/>
            <a:ext cx="3581400" cy="1752600"/>
          </a:xfrm>
          <a:prstGeom xmlns:a="http://schemas.openxmlformats.org/drawingml/2006/main" prst="roundRect">
            <a:avLst>
              <a:gd name="adj" fmla="val 6522"/>
            </a:avLst>
          </a:prstGeom>
          <a:solidFill xmlns:a="http://schemas.openxmlformats.org/drawingml/2006/main">
            <a:srgbClr val="172238"/>
          </a:solidFill>
          <a:ln xmlns:a="http://schemas.openxmlformats.org/drawingml/2006/main" w="13335">
            <a:solidFill>
              <a:srgbClr val="A38AFF"/>
            </a:solidFill>
            <a:prstDash val="solid"/>
          </a:ln>
        </p:spPr>
      </p:sp>
      <p:sp>
        <p:nvSpPr>
          <p:cNvPr id="13" name="tutor-detail-title">
            <a:extLst xmlns:a="http://schemas.openxmlformats.org/drawingml/2006/main">
              <a:ext uri="{FF2B5EF4-FFF2-40B4-BE49-F238E27FC236}">
                <a16:creationId xmlns:a16="http://schemas.microsoft.com/office/drawing/2014/main" id="{E7006EF5-9F1F-4C5A-BE8A-F26A3989E4B8}"/>
              </a:ext>
            </a:extLst>
          </p:cNvPr>
          <p:cNvSpPr>
            <a:spLocks xmlns:a="http://schemas.openxmlformats.org/drawingml/2006/main" noGrp="1"/>
          </p:cNvSpPr>
          <p:nvPr/>
        </p:nvSpPr>
        <p:spPr>
          <a:xfrm xmlns:a="http://schemas.openxmlformats.org/drawingml/2006/main">
            <a:off x="8286750" y="16954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A38AFF"/>
                </a:solidFill>
                <a:latin typeface="Segoe UI"/>
                <a:ea typeface="Segoe UI"/>
                <a:cs typeface="Segoe UI"/>
              </a:defRPr>
            </a:defPPr>
            <a:lvl1pPr algn="l">
              <a:defRPr sz="1425" b="1">
                <a:solidFill>
                  <a:srgbClr val="A38AFF"/>
                </a:solidFill>
                <a:latin typeface="Segoe UI"/>
                <a:ea typeface="Segoe UI"/>
                <a:cs typeface="Segoe UI"/>
              </a:defRPr>
            </a:lvl1pPr>
            <a:lvl2pPr algn="l">
              <a:defRPr sz="1425" b="1">
                <a:solidFill>
                  <a:srgbClr val="A38AFF"/>
                </a:solidFill>
                <a:latin typeface="Segoe UI"/>
                <a:ea typeface="Segoe UI"/>
                <a:cs typeface="Segoe UI"/>
              </a:defRPr>
            </a:lvl2pPr>
            <a:lvl3pPr algn="l">
              <a:defRPr sz="1425" b="1">
                <a:solidFill>
                  <a:srgbClr val="A38AFF"/>
                </a:solidFill>
                <a:latin typeface="Segoe UI"/>
                <a:ea typeface="Segoe UI"/>
                <a:cs typeface="Segoe UI"/>
              </a:defRPr>
            </a:lvl3pPr>
            <a:lvl4pPr algn="l">
              <a:defRPr sz="1425" b="1">
                <a:solidFill>
                  <a:srgbClr val="A38AFF"/>
                </a:solidFill>
                <a:latin typeface="Segoe UI"/>
                <a:ea typeface="Segoe UI"/>
                <a:cs typeface="Segoe UI"/>
              </a:defRPr>
            </a:lvl4pPr>
            <a:lvl5pPr algn="l">
              <a:defRPr sz="1425" b="1">
                <a:solidFill>
                  <a:srgbClr val="A38AFF"/>
                </a:solidFill>
                <a:latin typeface="Segoe UI"/>
                <a:ea typeface="Segoe UI"/>
                <a:cs typeface="Segoe UI"/>
              </a:defRPr>
            </a:lvl5pPr>
            <a:lvl6pPr algn="l">
              <a:defRPr sz="1425" b="1">
                <a:solidFill>
                  <a:srgbClr val="A38AFF"/>
                </a:solidFill>
                <a:latin typeface="Segoe UI"/>
                <a:ea typeface="Segoe UI"/>
                <a:cs typeface="Segoe UI"/>
              </a:defRPr>
            </a:lvl6pPr>
            <a:lvl7pPr algn="l">
              <a:defRPr sz="1425" b="1">
                <a:solidFill>
                  <a:srgbClr val="A38AFF"/>
                </a:solidFill>
                <a:latin typeface="Segoe UI"/>
                <a:ea typeface="Segoe UI"/>
                <a:cs typeface="Segoe UI"/>
              </a:defRPr>
            </a:lvl7pPr>
            <a:lvl8pPr algn="l">
              <a:defRPr sz="1425" b="1">
                <a:solidFill>
                  <a:srgbClr val="A38AFF"/>
                </a:solidFill>
                <a:latin typeface="Segoe UI"/>
                <a:ea typeface="Segoe UI"/>
                <a:cs typeface="Segoe UI"/>
              </a:defRPr>
            </a:lvl8pPr>
            <a:lvl9pPr algn="l">
              <a:defRPr sz="1425" b="1">
                <a:solidFill>
                  <a:srgbClr val="A38AFF"/>
                </a:solidFill>
                <a:latin typeface="Segoe UI"/>
                <a:ea typeface="Segoe UI"/>
                <a:cs typeface="Segoe UI"/>
              </a:defRPr>
            </a:lvl9pPr>
          </a:lstStyle>
          <a:p xmlns:a="http://schemas.openxmlformats.org/drawingml/2006/main">
            <a:pPr algn="l">
              <a:defRPr sz="1425" b="1">
                <a:solidFill>
                  <a:srgbClr val="A38AFF"/>
                </a:solidFill>
                <a:latin typeface="Segoe UI"/>
                <a:ea typeface="Segoe UI"/>
                <a:cs typeface="Segoe UI"/>
              </a:defRPr>
            </a:pPr>
            <a:r>
              <a:rPr sz="1425" b="1">
                <a:solidFill>
                  <a:srgbClr val="A38AFF"/>
                </a:solidFill>
                <a:latin typeface="Segoe UI"/>
                <a:ea typeface="Segoe UI"/>
                <a:cs typeface="Segoe UI"/>
              </a:rPr>
              <a:t>03  Tutor</a:t>
            </a:r>
          </a:p>
        </p:txBody>
      </p:sp>
      <p:sp>
        <p:nvSpPr>
          <p:cNvPr id="14" name="tutor-detail-body">
            <a:extLst xmlns:a="http://schemas.openxmlformats.org/drawingml/2006/main">
              <a:ext uri="{FF2B5EF4-FFF2-40B4-BE49-F238E27FC236}">
                <a16:creationId xmlns:a16="http://schemas.microsoft.com/office/drawing/2014/main" id="{EFD1368C-A834-45A5-A7A0-C5641DAFEA35}"/>
              </a:ext>
            </a:extLst>
          </p:cNvPr>
          <p:cNvSpPr>
            <a:spLocks xmlns:a="http://schemas.openxmlformats.org/drawingml/2006/main" noGrp="1"/>
          </p:cNvSpPr>
          <p:nvPr/>
        </p:nvSpPr>
        <p:spPr>
          <a:xfrm xmlns:a="http://schemas.openxmlformats.org/drawingml/2006/main">
            <a:off x="8286750" y="202882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retrieved_docs, last 6 turns, mastery (default 0.5), emotion and language.</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DO  explain with curriculum context. Remediation also receives the active quiz question, options and expected answer.</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generated_response + tutoring_context + messages.</a:t>
            </a:r>
          </a:p>
        </p:txBody>
      </p:sp>
      <p:sp>
        <p:nvSpPr>
          <p:cNvPr id="17" name="tutoring-route-label">
            <a:extLst xmlns:a="http://schemas.openxmlformats.org/drawingml/2006/main">
              <a:ext uri="{FF2B5EF4-FFF2-40B4-BE49-F238E27FC236}">
                <a16:creationId xmlns:a16="http://schemas.microsoft.com/office/drawing/2014/main" id="{095089EE-D215-410F-8062-3B2F3E84EF4E}"/>
              </a:ext>
            </a:extLst>
          </p:cNvPr>
          <p:cNvSpPr>
            <a:spLocks xmlns:a="http://schemas.openxmlformats.org/drawingml/2006/main" noGrp="1"/>
          </p:cNvSpPr>
          <p:nvPr/>
        </p:nvSpPr>
        <p:spPr>
          <a:xfrm xmlns:a="http://schemas.openxmlformats.org/drawingml/2006/main">
            <a:off x="514350" y="3333750"/>
            <a:ext cx="17145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63" b="1">
                <a:solidFill>
                  <a:srgbClr val="9AA8BC"/>
                </a:solidFill>
                <a:latin typeface="Segoe UI"/>
                <a:ea typeface="Segoe UI"/>
                <a:cs typeface="Segoe UI"/>
              </a:defRPr>
            </a:defPPr>
            <a:lvl1pPr algn="l">
              <a:defRPr sz="863" b="1">
                <a:solidFill>
                  <a:srgbClr val="9AA8BC"/>
                </a:solidFill>
                <a:latin typeface="Segoe UI"/>
                <a:ea typeface="Segoe UI"/>
                <a:cs typeface="Segoe UI"/>
              </a:defRPr>
            </a:lvl1pPr>
            <a:lvl2pPr algn="l">
              <a:defRPr sz="863" b="1">
                <a:solidFill>
                  <a:srgbClr val="9AA8BC"/>
                </a:solidFill>
                <a:latin typeface="Segoe UI"/>
                <a:ea typeface="Segoe UI"/>
                <a:cs typeface="Segoe UI"/>
              </a:defRPr>
            </a:lvl2pPr>
            <a:lvl3pPr algn="l">
              <a:defRPr sz="863" b="1">
                <a:solidFill>
                  <a:srgbClr val="9AA8BC"/>
                </a:solidFill>
                <a:latin typeface="Segoe UI"/>
                <a:ea typeface="Segoe UI"/>
                <a:cs typeface="Segoe UI"/>
              </a:defRPr>
            </a:lvl3pPr>
            <a:lvl4pPr algn="l">
              <a:defRPr sz="863" b="1">
                <a:solidFill>
                  <a:srgbClr val="9AA8BC"/>
                </a:solidFill>
                <a:latin typeface="Segoe UI"/>
                <a:ea typeface="Segoe UI"/>
                <a:cs typeface="Segoe UI"/>
              </a:defRPr>
            </a:lvl4pPr>
            <a:lvl5pPr algn="l">
              <a:defRPr sz="863" b="1">
                <a:solidFill>
                  <a:srgbClr val="9AA8BC"/>
                </a:solidFill>
                <a:latin typeface="Segoe UI"/>
                <a:ea typeface="Segoe UI"/>
                <a:cs typeface="Segoe UI"/>
              </a:defRPr>
            </a:lvl5pPr>
            <a:lvl6pPr algn="l">
              <a:defRPr sz="863" b="1">
                <a:solidFill>
                  <a:srgbClr val="9AA8BC"/>
                </a:solidFill>
                <a:latin typeface="Segoe UI"/>
                <a:ea typeface="Segoe UI"/>
                <a:cs typeface="Segoe UI"/>
              </a:defRPr>
            </a:lvl6pPr>
            <a:lvl7pPr algn="l">
              <a:defRPr sz="863" b="1">
                <a:solidFill>
                  <a:srgbClr val="9AA8BC"/>
                </a:solidFill>
                <a:latin typeface="Segoe UI"/>
                <a:ea typeface="Segoe UI"/>
                <a:cs typeface="Segoe UI"/>
              </a:defRPr>
            </a:lvl7pPr>
            <a:lvl8pPr algn="l">
              <a:defRPr sz="863" b="1">
                <a:solidFill>
                  <a:srgbClr val="9AA8BC"/>
                </a:solidFill>
                <a:latin typeface="Segoe UI"/>
                <a:ea typeface="Segoe UI"/>
                <a:cs typeface="Segoe UI"/>
              </a:defRPr>
            </a:lvl8pPr>
            <a:lvl9pPr algn="l">
              <a:defRPr sz="863" b="1">
                <a:solidFill>
                  <a:srgbClr val="9AA8BC"/>
                </a:solidFill>
                <a:latin typeface="Segoe UI"/>
                <a:ea typeface="Segoe UI"/>
                <a:cs typeface="Segoe UI"/>
              </a:defRPr>
            </a:lvl9pPr>
          </a:lstStyle>
          <a:p xmlns:a="http://schemas.openxmlformats.org/drawingml/2006/main">
            <a:pPr algn="l">
              <a:defRPr sz="863" b="1">
                <a:solidFill>
                  <a:srgbClr val="9AA8BC"/>
                </a:solidFill>
                <a:latin typeface="Segoe UI"/>
                <a:ea typeface="Segoe UI"/>
                <a:cs typeface="Segoe UI"/>
              </a:defRPr>
            </a:pPr>
            <a:r>
              <a:rPr sz="863" b="1">
                <a:solidFill>
                  <a:srgbClr val="9AA8BC"/>
                </a:solidFill>
                <a:latin typeface="Segoe UI"/>
                <a:ea typeface="Segoe UI"/>
                <a:cs typeface="Segoe UI"/>
              </a:rPr>
              <a:t>TUTORING INTENT</a:t>
            </a:r>
          </a:p>
        </p:txBody>
      </p:sp>
      <p:sp>
        <p:nvSpPr>
          <p:cNvPr id="18" name="mini-quiz-detail-card">
            <a:extLst xmlns:a="http://schemas.openxmlformats.org/drawingml/2006/main">
              <a:ext uri="{FF2B5EF4-FFF2-40B4-BE49-F238E27FC236}">
                <a16:creationId xmlns:a16="http://schemas.microsoft.com/office/drawing/2014/main" id="{2E8735C4-04C7-41FD-9E37-A23391B846AB}"/>
              </a:ext>
            </a:extLst>
          </p:cNvPr>
          <p:cNvSpPr>
            <a:spLocks xmlns:a="http://schemas.openxmlformats.org/drawingml/2006/main" noGrp="1"/>
          </p:cNvSpPr>
          <p:nvPr/>
        </p:nvSpPr>
        <p:spPr>
          <a:xfrm xmlns:a="http://schemas.openxmlformats.org/drawingml/2006/main">
            <a:off x="514350" y="3600450"/>
            <a:ext cx="3581400" cy="1752600"/>
          </a:xfrm>
          <a:prstGeom xmlns:a="http://schemas.openxmlformats.org/drawingml/2006/main" prst="roundRect">
            <a:avLst>
              <a:gd name="adj" fmla="val 6522"/>
            </a:avLst>
          </a:prstGeom>
          <a:solidFill xmlns:a="http://schemas.openxmlformats.org/drawingml/2006/main">
            <a:srgbClr val="15252B"/>
          </a:solidFill>
          <a:ln xmlns:a="http://schemas.openxmlformats.org/drawingml/2006/main" w="13335">
            <a:solidFill>
              <a:srgbClr val="37C9C4"/>
            </a:solidFill>
            <a:prstDash val="solid"/>
          </a:ln>
        </p:spPr>
      </p:sp>
      <p:sp>
        <p:nvSpPr>
          <p:cNvPr id="19" name="mini-quiz-detail-title">
            <a:extLst xmlns:a="http://schemas.openxmlformats.org/drawingml/2006/main">
              <a:ext uri="{FF2B5EF4-FFF2-40B4-BE49-F238E27FC236}">
                <a16:creationId xmlns:a16="http://schemas.microsoft.com/office/drawing/2014/main" id="{D677B225-B011-457D-B9A5-8D9D1BBF762D}"/>
              </a:ext>
            </a:extLst>
          </p:cNvPr>
          <p:cNvSpPr>
            <a:spLocks xmlns:a="http://schemas.openxmlformats.org/drawingml/2006/main" noGrp="1"/>
          </p:cNvSpPr>
          <p:nvPr/>
        </p:nvSpPr>
        <p:spPr>
          <a:xfrm xmlns:a="http://schemas.openxmlformats.org/drawingml/2006/main">
            <a:off x="704850" y="37338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37C9C4"/>
                </a:solidFill>
                <a:latin typeface="Segoe UI"/>
                <a:ea typeface="Segoe UI"/>
                <a:cs typeface="Segoe UI"/>
              </a:defRPr>
            </a:defPPr>
            <a:lvl1pPr algn="l">
              <a:defRPr sz="1425" b="1">
                <a:solidFill>
                  <a:srgbClr val="37C9C4"/>
                </a:solidFill>
                <a:latin typeface="Segoe UI"/>
                <a:ea typeface="Segoe UI"/>
                <a:cs typeface="Segoe UI"/>
              </a:defRPr>
            </a:lvl1pPr>
            <a:lvl2pPr algn="l">
              <a:defRPr sz="1425" b="1">
                <a:solidFill>
                  <a:srgbClr val="37C9C4"/>
                </a:solidFill>
                <a:latin typeface="Segoe UI"/>
                <a:ea typeface="Segoe UI"/>
                <a:cs typeface="Segoe UI"/>
              </a:defRPr>
            </a:lvl2pPr>
            <a:lvl3pPr algn="l">
              <a:defRPr sz="1425" b="1">
                <a:solidFill>
                  <a:srgbClr val="37C9C4"/>
                </a:solidFill>
                <a:latin typeface="Segoe UI"/>
                <a:ea typeface="Segoe UI"/>
                <a:cs typeface="Segoe UI"/>
              </a:defRPr>
            </a:lvl3pPr>
            <a:lvl4pPr algn="l">
              <a:defRPr sz="1425" b="1">
                <a:solidFill>
                  <a:srgbClr val="37C9C4"/>
                </a:solidFill>
                <a:latin typeface="Segoe UI"/>
                <a:ea typeface="Segoe UI"/>
                <a:cs typeface="Segoe UI"/>
              </a:defRPr>
            </a:lvl4pPr>
            <a:lvl5pPr algn="l">
              <a:defRPr sz="1425" b="1">
                <a:solidFill>
                  <a:srgbClr val="37C9C4"/>
                </a:solidFill>
                <a:latin typeface="Segoe UI"/>
                <a:ea typeface="Segoe UI"/>
                <a:cs typeface="Segoe UI"/>
              </a:defRPr>
            </a:lvl5pPr>
            <a:lvl6pPr algn="l">
              <a:defRPr sz="1425" b="1">
                <a:solidFill>
                  <a:srgbClr val="37C9C4"/>
                </a:solidFill>
                <a:latin typeface="Segoe UI"/>
                <a:ea typeface="Segoe UI"/>
                <a:cs typeface="Segoe UI"/>
              </a:defRPr>
            </a:lvl6pPr>
            <a:lvl7pPr algn="l">
              <a:defRPr sz="1425" b="1">
                <a:solidFill>
                  <a:srgbClr val="37C9C4"/>
                </a:solidFill>
                <a:latin typeface="Segoe UI"/>
                <a:ea typeface="Segoe UI"/>
                <a:cs typeface="Segoe UI"/>
              </a:defRPr>
            </a:lvl7pPr>
            <a:lvl8pPr algn="l">
              <a:defRPr sz="1425" b="1">
                <a:solidFill>
                  <a:srgbClr val="37C9C4"/>
                </a:solidFill>
                <a:latin typeface="Segoe UI"/>
                <a:ea typeface="Segoe UI"/>
                <a:cs typeface="Segoe UI"/>
              </a:defRPr>
            </a:lvl8pPr>
            <a:lvl9pPr algn="l">
              <a:defRPr sz="1425" b="1">
                <a:solidFill>
                  <a:srgbClr val="37C9C4"/>
                </a:solidFill>
                <a:latin typeface="Segoe UI"/>
                <a:ea typeface="Segoe UI"/>
                <a:cs typeface="Segoe UI"/>
              </a:defRPr>
            </a:lvl9pPr>
          </a:lstStyle>
          <a:p xmlns:a="http://schemas.openxmlformats.org/drawingml/2006/main">
            <a:pPr algn="l">
              <a:defRPr sz="1425" b="1">
                <a:solidFill>
                  <a:srgbClr val="37C9C4"/>
                </a:solidFill>
                <a:latin typeface="Segoe UI"/>
                <a:ea typeface="Segoe UI"/>
                <a:cs typeface="Segoe UI"/>
              </a:defRPr>
            </a:pPr>
            <a:r>
              <a:rPr sz="1425" b="1">
                <a:solidFill>
                  <a:srgbClr val="37C9C4"/>
                </a:solidFill>
                <a:latin typeface="Segoe UI"/>
                <a:ea typeface="Segoe UI"/>
                <a:cs typeface="Segoe UI"/>
              </a:rPr>
              <a:t>04  Mini-quiz</a:t>
            </a:r>
          </a:p>
        </p:txBody>
      </p:sp>
      <p:sp>
        <p:nvSpPr>
          <p:cNvPr id="20" name="mini-quiz-detail-body">
            <a:extLst xmlns:a="http://schemas.openxmlformats.org/drawingml/2006/main">
              <a:ext uri="{FF2B5EF4-FFF2-40B4-BE49-F238E27FC236}">
                <a16:creationId xmlns:a16="http://schemas.microsoft.com/office/drawing/2014/main" id="{76C27500-661F-418C-B2DA-F4850255E872}"/>
              </a:ext>
            </a:extLst>
          </p:cNvPr>
          <p:cNvSpPr>
            <a:spLocks xmlns:a="http://schemas.openxmlformats.org/drawingml/2006/main" noGrp="1"/>
          </p:cNvSpPr>
          <p:nvPr/>
        </p:nvSpPr>
        <p:spPr>
          <a:xfrm xmlns:a="http://schemas.openxmlformats.org/drawingml/2006/main">
            <a:off x="704850" y="406717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TRIGGER  tutoring + concept/material context + no active quiz.</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OUTPUT  one spoken question with type, options, expected answer and rubric. Starts a one-question session and resets counters; chat Redis storage is best effort.</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Invalid JSON skips the check and keeps the tutor response.</a:t>
            </a:r>
          </a:p>
        </p:txBody>
      </p:sp>
      <p:sp>
        <p:nvSpPr>
          <p:cNvPr id="21" name="reflection-detail-card">
            <a:extLst xmlns:a="http://schemas.openxmlformats.org/drawingml/2006/main">
              <a:ext uri="{FF2B5EF4-FFF2-40B4-BE49-F238E27FC236}">
                <a16:creationId xmlns:a16="http://schemas.microsoft.com/office/drawing/2014/main" id="{8B89DF0C-7EAF-4FB5-9435-35DB080938B8}"/>
              </a:ext>
            </a:extLst>
          </p:cNvPr>
          <p:cNvSpPr>
            <a:spLocks xmlns:a="http://schemas.openxmlformats.org/drawingml/2006/main" noGrp="1"/>
          </p:cNvSpPr>
          <p:nvPr/>
        </p:nvSpPr>
        <p:spPr>
          <a:xfrm xmlns:a="http://schemas.openxmlformats.org/drawingml/2006/main">
            <a:off x="4305300" y="3600450"/>
            <a:ext cx="3581400" cy="1752600"/>
          </a:xfrm>
          <a:prstGeom xmlns:a="http://schemas.openxmlformats.org/drawingml/2006/main" prst="roundRect">
            <a:avLst>
              <a:gd name="adj" fmla="val 6522"/>
            </a:avLst>
          </a:prstGeom>
          <a:solidFill xmlns:a="http://schemas.openxmlformats.org/drawingml/2006/main">
            <a:srgbClr val="211D31"/>
          </a:solidFill>
          <a:ln xmlns:a="http://schemas.openxmlformats.org/drawingml/2006/main" w="13335">
            <a:solidFill>
              <a:srgbClr val="A38AFF"/>
            </a:solidFill>
            <a:prstDash val="solid"/>
          </a:ln>
        </p:spPr>
      </p:sp>
      <p:sp>
        <p:nvSpPr>
          <p:cNvPr id="22" name="reflection-detail-title">
            <a:extLst xmlns:a="http://schemas.openxmlformats.org/drawingml/2006/main">
              <a:ext uri="{FF2B5EF4-FFF2-40B4-BE49-F238E27FC236}">
                <a16:creationId xmlns:a16="http://schemas.microsoft.com/office/drawing/2014/main" id="{C1FB8ACC-D542-4DA6-B1F2-70D56D126367}"/>
              </a:ext>
            </a:extLst>
          </p:cNvPr>
          <p:cNvSpPr>
            <a:spLocks xmlns:a="http://schemas.openxmlformats.org/drawingml/2006/main" noGrp="1"/>
          </p:cNvSpPr>
          <p:nvPr/>
        </p:nvSpPr>
        <p:spPr>
          <a:xfrm xmlns:a="http://schemas.openxmlformats.org/drawingml/2006/main">
            <a:off x="4495800" y="37338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A38AFF"/>
                </a:solidFill>
                <a:latin typeface="Segoe UI"/>
                <a:ea typeface="Segoe UI"/>
                <a:cs typeface="Segoe UI"/>
              </a:defRPr>
            </a:defPPr>
            <a:lvl1pPr algn="l">
              <a:defRPr sz="1425" b="1">
                <a:solidFill>
                  <a:srgbClr val="A38AFF"/>
                </a:solidFill>
                <a:latin typeface="Segoe UI"/>
                <a:ea typeface="Segoe UI"/>
                <a:cs typeface="Segoe UI"/>
              </a:defRPr>
            </a:lvl1pPr>
            <a:lvl2pPr algn="l">
              <a:defRPr sz="1425" b="1">
                <a:solidFill>
                  <a:srgbClr val="A38AFF"/>
                </a:solidFill>
                <a:latin typeface="Segoe UI"/>
                <a:ea typeface="Segoe UI"/>
                <a:cs typeface="Segoe UI"/>
              </a:defRPr>
            </a:lvl2pPr>
            <a:lvl3pPr algn="l">
              <a:defRPr sz="1425" b="1">
                <a:solidFill>
                  <a:srgbClr val="A38AFF"/>
                </a:solidFill>
                <a:latin typeface="Segoe UI"/>
                <a:ea typeface="Segoe UI"/>
                <a:cs typeface="Segoe UI"/>
              </a:defRPr>
            </a:lvl3pPr>
            <a:lvl4pPr algn="l">
              <a:defRPr sz="1425" b="1">
                <a:solidFill>
                  <a:srgbClr val="A38AFF"/>
                </a:solidFill>
                <a:latin typeface="Segoe UI"/>
                <a:ea typeface="Segoe UI"/>
                <a:cs typeface="Segoe UI"/>
              </a:defRPr>
            </a:lvl4pPr>
            <a:lvl5pPr algn="l">
              <a:defRPr sz="1425" b="1">
                <a:solidFill>
                  <a:srgbClr val="A38AFF"/>
                </a:solidFill>
                <a:latin typeface="Segoe UI"/>
                <a:ea typeface="Segoe UI"/>
                <a:cs typeface="Segoe UI"/>
              </a:defRPr>
            </a:lvl5pPr>
            <a:lvl6pPr algn="l">
              <a:defRPr sz="1425" b="1">
                <a:solidFill>
                  <a:srgbClr val="A38AFF"/>
                </a:solidFill>
                <a:latin typeface="Segoe UI"/>
                <a:ea typeface="Segoe UI"/>
                <a:cs typeface="Segoe UI"/>
              </a:defRPr>
            </a:lvl6pPr>
            <a:lvl7pPr algn="l">
              <a:defRPr sz="1425" b="1">
                <a:solidFill>
                  <a:srgbClr val="A38AFF"/>
                </a:solidFill>
                <a:latin typeface="Segoe UI"/>
                <a:ea typeface="Segoe UI"/>
                <a:cs typeface="Segoe UI"/>
              </a:defRPr>
            </a:lvl7pPr>
            <a:lvl8pPr algn="l">
              <a:defRPr sz="1425" b="1">
                <a:solidFill>
                  <a:srgbClr val="A38AFF"/>
                </a:solidFill>
                <a:latin typeface="Segoe UI"/>
                <a:ea typeface="Segoe UI"/>
                <a:cs typeface="Segoe UI"/>
              </a:defRPr>
            </a:lvl8pPr>
            <a:lvl9pPr algn="l">
              <a:defRPr sz="1425" b="1">
                <a:solidFill>
                  <a:srgbClr val="A38AFF"/>
                </a:solidFill>
                <a:latin typeface="Segoe UI"/>
                <a:ea typeface="Segoe UI"/>
                <a:cs typeface="Segoe UI"/>
              </a:defRPr>
            </a:lvl9pPr>
          </a:lstStyle>
          <a:p xmlns:a="http://schemas.openxmlformats.org/drawingml/2006/main">
            <a:pPr algn="l">
              <a:defRPr sz="1425" b="1">
                <a:solidFill>
                  <a:srgbClr val="A38AFF"/>
                </a:solidFill>
                <a:latin typeface="Segoe UI"/>
                <a:ea typeface="Segoe UI"/>
                <a:cs typeface="Segoe UI"/>
              </a:defRPr>
            </a:pPr>
            <a:r>
              <a:rPr sz="1425" b="1">
                <a:solidFill>
                  <a:srgbClr val="A38AFF"/>
                </a:solidFill>
                <a:latin typeface="Segoe UI"/>
                <a:ea typeface="Segoe UI"/>
                <a:cs typeface="Segoe UI"/>
              </a:rPr>
              <a:t>05  Reflection</a:t>
            </a:r>
          </a:p>
        </p:txBody>
      </p:sp>
      <p:sp>
        <p:nvSpPr>
          <p:cNvPr id="23" name="reflection-detail-body">
            <a:extLst xmlns:a="http://schemas.openxmlformats.org/drawingml/2006/main">
              <a:ext uri="{FF2B5EF4-FFF2-40B4-BE49-F238E27FC236}">
                <a16:creationId xmlns:a16="http://schemas.microsoft.com/office/drawing/2014/main" id="{17484CF1-C60B-4C02-8B15-FE5B682640C3}"/>
              </a:ext>
            </a:extLst>
          </p:cNvPr>
          <p:cNvSpPr>
            <a:spLocks xmlns:a="http://schemas.openxmlformats.org/drawingml/2006/main" noGrp="1"/>
          </p:cNvSpPr>
          <p:nvPr/>
        </p:nvSpPr>
        <p:spPr>
          <a:xfrm xmlns:a="http://schemas.openxmlformats.org/drawingml/2006/main">
            <a:off x="4495800" y="406717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tutor response, learner prompt and up to 4 retrieved chunks.</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DO  LLM checks quality and whether a rewrite is needed.</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optional revised response + last_reflection_score. A score below 0.4 sets interrupt_reason; this graph still continues inline without a human pause.</a:t>
            </a:r>
          </a:p>
        </p:txBody>
      </p:sp>
      <p:sp>
        <p:nvSpPr>
          <p:cNvPr id="24" name="accessibility-detail-card">
            <a:extLst xmlns:a="http://schemas.openxmlformats.org/drawingml/2006/main">
              <a:ext uri="{FF2B5EF4-FFF2-40B4-BE49-F238E27FC236}">
                <a16:creationId xmlns:a16="http://schemas.microsoft.com/office/drawing/2014/main" id="{09DECA0A-ED2F-44FD-84F9-A82316862079}"/>
              </a:ext>
            </a:extLst>
          </p:cNvPr>
          <p:cNvSpPr>
            <a:spLocks xmlns:a="http://schemas.openxmlformats.org/drawingml/2006/main" noGrp="1"/>
          </p:cNvSpPr>
          <p:nvPr/>
        </p:nvSpPr>
        <p:spPr>
          <a:xfrm xmlns:a="http://schemas.openxmlformats.org/drawingml/2006/main">
            <a:off x="8096250" y="3600450"/>
            <a:ext cx="3581400" cy="1752600"/>
          </a:xfrm>
          <a:prstGeom xmlns:a="http://schemas.openxmlformats.org/drawingml/2006/main" prst="roundRect">
            <a:avLst>
              <a:gd name="adj" fmla="val 6522"/>
            </a:avLst>
          </a:prstGeom>
          <a:solidFill xmlns:a="http://schemas.openxmlformats.org/drawingml/2006/main">
            <a:srgbClr val="292643"/>
          </a:solidFill>
          <a:ln xmlns:a="http://schemas.openxmlformats.org/drawingml/2006/main" w="13335">
            <a:solidFill>
              <a:srgbClr val="D4ED50"/>
            </a:solidFill>
            <a:prstDash val="solid"/>
          </a:ln>
        </p:spPr>
      </p:sp>
      <p:sp>
        <p:nvSpPr>
          <p:cNvPr id="25" name="accessibility-detail-title">
            <a:extLst xmlns:a="http://schemas.openxmlformats.org/drawingml/2006/main">
              <a:ext uri="{FF2B5EF4-FFF2-40B4-BE49-F238E27FC236}">
                <a16:creationId xmlns:a16="http://schemas.microsoft.com/office/drawing/2014/main" id="{26469A31-24B7-41A1-96C8-C1DDC518AEE7}"/>
              </a:ext>
            </a:extLst>
          </p:cNvPr>
          <p:cNvSpPr>
            <a:spLocks xmlns:a="http://schemas.openxmlformats.org/drawingml/2006/main" noGrp="1"/>
          </p:cNvSpPr>
          <p:nvPr/>
        </p:nvSpPr>
        <p:spPr>
          <a:xfrm xmlns:a="http://schemas.openxmlformats.org/drawingml/2006/main">
            <a:off x="8286750" y="373380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D4ED50"/>
                </a:solidFill>
                <a:latin typeface="Segoe UI"/>
                <a:ea typeface="Segoe UI"/>
                <a:cs typeface="Segoe UI"/>
              </a:defRPr>
            </a:defPPr>
            <a:lvl1pPr algn="l">
              <a:defRPr sz="1425" b="1">
                <a:solidFill>
                  <a:srgbClr val="D4ED50"/>
                </a:solidFill>
                <a:latin typeface="Segoe UI"/>
                <a:ea typeface="Segoe UI"/>
                <a:cs typeface="Segoe UI"/>
              </a:defRPr>
            </a:lvl1pPr>
            <a:lvl2pPr algn="l">
              <a:defRPr sz="1425" b="1">
                <a:solidFill>
                  <a:srgbClr val="D4ED50"/>
                </a:solidFill>
                <a:latin typeface="Segoe UI"/>
                <a:ea typeface="Segoe UI"/>
                <a:cs typeface="Segoe UI"/>
              </a:defRPr>
            </a:lvl2pPr>
            <a:lvl3pPr algn="l">
              <a:defRPr sz="1425" b="1">
                <a:solidFill>
                  <a:srgbClr val="D4ED50"/>
                </a:solidFill>
                <a:latin typeface="Segoe UI"/>
                <a:ea typeface="Segoe UI"/>
                <a:cs typeface="Segoe UI"/>
              </a:defRPr>
            </a:lvl3pPr>
            <a:lvl4pPr algn="l">
              <a:defRPr sz="1425" b="1">
                <a:solidFill>
                  <a:srgbClr val="D4ED50"/>
                </a:solidFill>
                <a:latin typeface="Segoe UI"/>
                <a:ea typeface="Segoe UI"/>
                <a:cs typeface="Segoe UI"/>
              </a:defRPr>
            </a:lvl4pPr>
            <a:lvl5pPr algn="l">
              <a:defRPr sz="1425" b="1">
                <a:solidFill>
                  <a:srgbClr val="D4ED50"/>
                </a:solidFill>
                <a:latin typeface="Segoe UI"/>
                <a:ea typeface="Segoe UI"/>
                <a:cs typeface="Segoe UI"/>
              </a:defRPr>
            </a:lvl5pPr>
            <a:lvl6pPr algn="l">
              <a:defRPr sz="1425" b="1">
                <a:solidFill>
                  <a:srgbClr val="D4ED50"/>
                </a:solidFill>
                <a:latin typeface="Segoe UI"/>
                <a:ea typeface="Segoe UI"/>
                <a:cs typeface="Segoe UI"/>
              </a:defRPr>
            </a:lvl6pPr>
            <a:lvl7pPr algn="l">
              <a:defRPr sz="1425" b="1">
                <a:solidFill>
                  <a:srgbClr val="D4ED50"/>
                </a:solidFill>
                <a:latin typeface="Segoe UI"/>
                <a:ea typeface="Segoe UI"/>
                <a:cs typeface="Segoe UI"/>
              </a:defRPr>
            </a:lvl7pPr>
            <a:lvl8pPr algn="l">
              <a:defRPr sz="1425" b="1">
                <a:solidFill>
                  <a:srgbClr val="D4ED50"/>
                </a:solidFill>
                <a:latin typeface="Segoe UI"/>
                <a:ea typeface="Segoe UI"/>
                <a:cs typeface="Segoe UI"/>
              </a:defRPr>
            </a:lvl8pPr>
            <a:lvl9pPr algn="l">
              <a:defRPr sz="1425" b="1">
                <a:solidFill>
                  <a:srgbClr val="D4ED50"/>
                </a:solidFill>
                <a:latin typeface="Segoe UI"/>
                <a:ea typeface="Segoe UI"/>
                <a:cs typeface="Segoe UI"/>
              </a:defRPr>
            </a:lvl9pPr>
          </a:lstStyle>
          <a:p xmlns:a="http://schemas.openxmlformats.org/drawingml/2006/main">
            <a:pPr algn="l">
              <a:defRPr sz="1425" b="1">
                <a:solidFill>
                  <a:srgbClr val="D4ED50"/>
                </a:solidFill>
                <a:latin typeface="Segoe UI"/>
                <a:ea typeface="Segoe UI"/>
                <a:cs typeface="Segoe UI"/>
              </a:defRPr>
            </a:pPr>
            <a:r>
              <a:rPr sz="1425" b="1">
                <a:solidFill>
                  <a:srgbClr val="D4ED50"/>
                </a:solidFill>
                <a:latin typeface="Segoe UI"/>
                <a:ea typeface="Segoe UI"/>
                <a:cs typeface="Segoe UI"/>
              </a:rPr>
              <a:t>06  Accessibility gate</a:t>
            </a:r>
          </a:p>
        </p:txBody>
      </p:sp>
      <p:sp>
        <p:nvSpPr>
          <p:cNvPr id="26" name="accessibility-detail-body">
            <a:extLst xmlns:a="http://schemas.openxmlformats.org/drawingml/2006/main">
              <a:ext uri="{FF2B5EF4-FFF2-40B4-BE49-F238E27FC236}">
                <a16:creationId xmlns:a16="http://schemas.microsoft.com/office/drawing/2014/main" id="{8561585E-4F3F-43A9-ADBD-9DB681C4F0B1}"/>
              </a:ext>
            </a:extLst>
          </p:cNvPr>
          <p:cNvSpPr>
            <a:spLocks xmlns:a="http://schemas.openxmlformats.org/drawingml/2006/main" noGrp="1"/>
          </p:cNvSpPr>
          <p:nvPr/>
        </p:nvSpPr>
        <p:spPr>
          <a:xfrm xmlns:a="http://schemas.openxmlformats.org/drawingml/2006/main">
            <a:off x="8286750" y="4067175"/>
            <a:ext cx="32004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0">
                <a:solidFill>
                  <a:srgbClr val="CFD7E6"/>
                </a:solidFill>
                <a:latin typeface="Segoe UI"/>
                <a:ea typeface="Segoe UI"/>
                <a:cs typeface="Segoe UI"/>
              </a:defRPr>
            </a:defPPr>
            <a:lvl1pPr algn="l">
              <a:defRPr sz="1020">
                <a:solidFill>
                  <a:srgbClr val="CFD7E6"/>
                </a:solidFill>
                <a:latin typeface="Segoe UI"/>
                <a:ea typeface="Segoe UI"/>
                <a:cs typeface="Segoe UI"/>
              </a:defRPr>
            </a:lvl1pPr>
            <a:lvl2pPr algn="l">
              <a:defRPr sz="1020">
                <a:solidFill>
                  <a:srgbClr val="CFD7E6"/>
                </a:solidFill>
                <a:latin typeface="Segoe UI"/>
                <a:ea typeface="Segoe UI"/>
                <a:cs typeface="Segoe UI"/>
              </a:defRPr>
            </a:lvl2pPr>
            <a:lvl3pPr algn="l">
              <a:defRPr sz="1020">
                <a:solidFill>
                  <a:srgbClr val="CFD7E6"/>
                </a:solidFill>
                <a:latin typeface="Segoe UI"/>
                <a:ea typeface="Segoe UI"/>
                <a:cs typeface="Segoe UI"/>
              </a:defRPr>
            </a:lvl3pPr>
            <a:lvl4pPr algn="l">
              <a:defRPr sz="1020">
                <a:solidFill>
                  <a:srgbClr val="CFD7E6"/>
                </a:solidFill>
                <a:latin typeface="Segoe UI"/>
                <a:ea typeface="Segoe UI"/>
                <a:cs typeface="Segoe UI"/>
              </a:defRPr>
            </a:lvl4pPr>
            <a:lvl5pPr algn="l">
              <a:defRPr sz="1020">
                <a:solidFill>
                  <a:srgbClr val="CFD7E6"/>
                </a:solidFill>
                <a:latin typeface="Segoe UI"/>
                <a:ea typeface="Segoe UI"/>
                <a:cs typeface="Segoe UI"/>
              </a:defRPr>
            </a:lvl5pPr>
            <a:lvl6pPr algn="l">
              <a:defRPr sz="1020">
                <a:solidFill>
                  <a:srgbClr val="CFD7E6"/>
                </a:solidFill>
                <a:latin typeface="Segoe UI"/>
                <a:ea typeface="Segoe UI"/>
                <a:cs typeface="Segoe UI"/>
              </a:defRPr>
            </a:lvl6pPr>
            <a:lvl7pPr algn="l">
              <a:defRPr sz="1020">
                <a:solidFill>
                  <a:srgbClr val="CFD7E6"/>
                </a:solidFill>
                <a:latin typeface="Segoe UI"/>
                <a:ea typeface="Segoe UI"/>
                <a:cs typeface="Segoe UI"/>
              </a:defRPr>
            </a:lvl7pPr>
            <a:lvl8pPr algn="l">
              <a:defRPr sz="1020">
                <a:solidFill>
                  <a:srgbClr val="CFD7E6"/>
                </a:solidFill>
                <a:latin typeface="Segoe UI"/>
                <a:ea typeface="Segoe UI"/>
                <a:cs typeface="Segoe UI"/>
              </a:defRPr>
            </a:lvl8pPr>
            <a:lvl9pPr algn="l">
              <a:defRPr sz="1020">
                <a:solidFill>
                  <a:srgbClr val="CFD7E6"/>
                </a:solidFill>
                <a:latin typeface="Segoe UI"/>
                <a:ea typeface="Segoe UI"/>
                <a:cs typeface="Segoe UI"/>
              </a:defRPr>
            </a:lvl9pPr>
          </a:lstStyle>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READ  generated_response, language and accessibility profile/flags.</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DO  strip Markdown; normalize numbers/dashes; describe visual references; split long sentences; simplify when needed. Quiz remediation appends a retry prompt.</a:t>
            </a:r>
          </a:p>
          <a:p xmlns:a="http://schemas.openxmlformats.org/drawingml/2006/main">
            <a:pPr algn="l">
              <a:defRPr sz="1020">
                <a:solidFill>
                  <a:srgbClr val="CFD7E6"/>
                </a:solidFill>
                <a:latin typeface="Segoe UI"/>
                <a:ea typeface="Segoe UI"/>
                <a:cs typeface="Segoe UI"/>
              </a:defRPr>
            </a:pPr>
            <a:r>
              <a:rPr sz="1020">
                <a:solidFill>
                  <a:srgbClr val="CFD7E6"/>
                </a:solidFill>
                <a:latin typeface="Segoe UI"/>
                <a:ea typeface="Segoe UI"/>
                <a:cs typeface="Segoe UI"/>
              </a:rPr>
              <a:t>WRITE  accessible_response → END.</a:t>
            </a:r>
          </a:p>
        </p:txBody>
      </p:sp>
      <p:sp>
        <p:nvSpPr>
          <p:cNvPr id="27" name="shared-state-strip">
            <a:extLst xmlns:a="http://schemas.openxmlformats.org/drawingml/2006/main">
              <a:ext uri="{FF2B5EF4-FFF2-40B4-BE49-F238E27FC236}">
                <a16:creationId xmlns:a16="http://schemas.microsoft.com/office/drawing/2014/main" id="{16BCA6C5-AB0A-4FA5-ADF9-A92876DD0B5C}"/>
              </a:ext>
            </a:extLst>
          </p:cNvPr>
          <p:cNvSpPr>
            <a:spLocks xmlns:a="http://schemas.openxmlformats.org/drawingml/2006/main" noGrp="1"/>
          </p:cNvSpPr>
          <p:nvPr/>
        </p:nvSpPr>
        <p:spPr>
          <a:xfrm xmlns:a="http://schemas.openxmlformats.org/drawingml/2006/main">
            <a:off x="514350" y="5543550"/>
            <a:ext cx="11163300" cy="590550"/>
          </a:xfrm>
          <a:prstGeom xmlns:a="http://schemas.openxmlformats.org/drawingml/2006/main" prst="roundRect">
            <a:avLst>
              <a:gd name="adj" fmla="val 16129"/>
            </a:avLst>
          </a:prstGeom>
          <a:solidFill xmlns:a="http://schemas.openxmlformats.org/drawingml/2006/main">
            <a:srgbClr val="101827"/>
          </a:solidFill>
          <a:ln xmlns:a="http://schemas.openxmlformats.org/drawingml/2006/main" w="11430">
            <a:solidFill>
              <a:srgbClr val="344258"/>
            </a:solidFill>
            <a:prstDash val="dash"/>
          </a:ln>
        </p:spPr>
      </p:sp>
      <p:sp>
        <p:nvSpPr>
          <p:cNvPr id="28" name="shared-state-strip-title">
            <a:extLst xmlns:a="http://schemas.openxmlformats.org/drawingml/2006/main">
              <a:ext uri="{FF2B5EF4-FFF2-40B4-BE49-F238E27FC236}">
                <a16:creationId xmlns:a16="http://schemas.microsoft.com/office/drawing/2014/main" id="{1146FBFE-9FAF-473C-870A-825E0CA630E4}"/>
              </a:ext>
            </a:extLst>
          </p:cNvPr>
          <p:cNvSpPr>
            <a:spLocks xmlns:a="http://schemas.openxmlformats.org/drawingml/2006/main" noGrp="1"/>
          </p:cNvSpPr>
          <p:nvPr/>
        </p:nvSpPr>
        <p:spPr>
          <a:xfrm xmlns:a="http://schemas.openxmlformats.org/drawingml/2006/main">
            <a:off x="685800" y="56292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1">
                <a:solidFill>
                  <a:srgbClr val="6877FF"/>
                </a:solidFill>
                <a:latin typeface="Segoe UI"/>
                <a:ea typeface="Segoe UI"/>
                <a:cs typeface="Segoe UI"/>
              </a:defRPr>
            </a:defPPr>
            <a:lvl1pPr algn="l">
              <a:defRPr sz="938" b="1">
                <a:solidFill>
                  <a:srgbClr val="6877FF"/>
                </a:solidFill>
                <a:latin typeface="Segoe UI"/>
                <a:ea typeface="Segoe UI"/>
                <a:cs typeface="Segoe UI"/>
              </a:defRPr>
            </a:lvl1pPr>
            <a:lvl2pPr algn="l">
              <a:defRPr sz="938" b="1">
                <a:solidFill>
                  <a:srgbClr val="6877FF"/>
                </a:solidFill>
                <a:latin typeface="Segoe UI"/>
                <a:ea typeface="Segoe UI"/>
                <a:cs typeface="Segoe UI"/>
              </a:defRPr>
            </a:lvl2pPr>
            <a:lvl3pPr algn="l">
              <a:defRPr sz="938" b="1">
                <a:solidFill>
                  <a:srgbClr val="6877FF"/>
                </a:solidFill>
                <a:latin typeface="Segoe UI"/>
                <a:ea typeface="Segoe UI"/>
                <a:cs typeface="Segoe UI"/>
              </a:defRPr>
            </a:lvl3pPr>
            <a:lvl4pPr algn="l">
              <a:defRPr sz="938" b="1">
                <a:solidFill>
                  <a:srgbClr val="6877FF"/>
                </a:solidFill>
                <a:latin typeface="Segoe UI"/>
                <a:ea typeface="Segoe UI"/>
                <a:cs typeface="Segoe UI"/>
              </a:defRPr>
            </a:lvl4pPr>
            <a:lvl5pPr algn="l">
              <a:defRPr sz="938" b="1">
                <a:solidFill>
                  <a:srgbClr val="6877FF"/>
                </a:solidFill>
                <a:latin typeface="Segoe UI"/>
                <a:ea typeface="Segoe UI"/>
                <a:cs typeface="Segoe UI"/>
              </a:defRPr>
            </a:lvl5pPr>
            <a:lvl6pPr algn="l">
              <a:defRPr sz="938" b="1">
                <a:solidFill>
                  <a:srgbClr val="6877FF"/>
                </a:solidFill>
                <a:latin typeface="Segoe UI"/>
                <a:ea typeface="Segoe UI"/>
                <a:cs typeface="Segoe UI"/>
              </a:defRPr>
            </a:lvl6pPr>
            <a:lvl7pPr algn="l">
              <a:defRPr sz="938" b="1">
                <a:solidFill>
                  <a:srgbClr val="6877FF"/>
                </a:solidFill>
                <a:latin typeface="Segoe UI"/>
                <a:ea typeface="Segoe UI"/>
                <a:cs typeface="Segoe UI"/>
              </a:defRPr>
            </a:lvl7pPr>
            <a:lvl8pPr algn="l">
              <a:defRPr sz="938" b="1">
                <a:solidFill>
                  <a:srgbClr val="6877FF"/>
                </a:solidFill>
                <a:latin typeface="Segoe UI"/>
                <a:ea typeface="Segoe UI"/>
                <a:cs typeface="Segoe UI"/>
              </a:defRPr>
            </a:lvl8pPr>
            <a:lvl9pPr algn="l">
              <a:defRPr sz="938" b="1">
                <a:solidFill>
                  <a:srgbClr val="6877FF"/>
                </a:solidFill>
                <a:latin typeface="Segoe UI"/>
                <a:ea typeface="Segoe UI"/>
                <a:cs typeface="Segoe UI"/>
              </a:defRPr>
            </a:lvl9pPr>
          </a:lstStyle>
          <a:p xmlns:a="http://schemas.openxmlformats.org/drawingml/2006/main">
            <a:pPr algn="l">
              <a:defRPr sz="938" b="1">
                <a:solidFill>
                  <a:srgbClr val="6877FF"/>
                </a:solidFill>
                <a:latin typeface="Segoe UI"/>
                <a:ea typeface="Segoe UI"/>
                <a:cs typeface="Segoe UI"/>
              </a:defRPr>
            </a:pPr>
            <a:r>
              <a:rPr sz="938" b="1">
                <a:solidFill>
                  <a:srgbClr val="6877FF"/>
                </a:solidFill>
                <a:latin typeface="Segoe UI"/>
                <a:ea typeface="Segoe UI"/>
                <a:cs typeface="Segoe UI"/>
              </a:rPr>
              <a:t>SHARED KODMODState</a:t>
            </a:r>
          </a:p>
        </p:txBody>
      </p:sp>
      <p:sp>
        <p:nvSpPr>
          <p:cNvPr id="29" name="shared-state-strip-body">
            <a:extLst xmlns:a="http://schemas.openxmlformats.org/drawingml/2006/main">
              <a:ext uri="{FF2B5EF4-FFF2-40B4-BE49-F238E27FC236}">
                <a16:creationId xmlns:a16="http://schemas.microsoft.com/office/drawing/2014/main" id="{DEECA6BA-075B-4AB3-A23F-2C3DC8496221}"/>
              </a:ext>
            </a:extLst>
          </p:cNvPr>
          <p:cNvSpPr>
            <a:spLocks xmlns:a="http://schemas.openxmlformats.org/drawingml/2006/main" noGrp="1"/>
          </p:cNvSpPr>
          <p:nvPr/>
        </p:nvSpPr>
        <p:spPr>
          <a:xfrm xmlns:a="http://schemas.openxmlformats.org/drawingml/2006/main">
            <a:off x="2495550" y="5610225"/>
            <a:ext cx="8972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a:solidFill>
                  <a:srgbClr val="CFD7E6"/>
                </a:solidFill>
                <a:latin typeface="Segoe UI"/>
                <a:ea typeface="Segoe UI"/>
                <a:cs typeface="Segoe UI"/>
              </a:defRPr>
            </a:defPPr>
            <a:lvl1pPr algn="l">
              <a:defRPr sz="975">
                <a:solidFill>
                  <a:srgbClr val="CFD7E6"/>
                </a:solidFill>
                <a:latin typeface="Segoe UI"/>
                <a:ea typeface="Segoe UI"/>
                <a:cs typeface="Segoe UI"/>
              </a:defRPr>
            </a:lvl1pPr>
            <a:lvl2pPr algn="l">
              <a:defRPr sz="975">
                <a:solidFill>
                  <a:srgbClr val="CFD7E6"/>
                </a:solidFill>
                <a:latin typeface="Segoe UI"/>
                <a:ea typeface="Segoe UI"/>
                <a:cs typeface="Segoe UI"/>
              </a:defRPr>
            </a:lvl2pPr>
            <a:lvl3pPr algn="l">
              <a:defRPr sz="975">
                <a:solidFill>
                  <a:srgbClr val="CFD7E6"/>
                </a:solidFill>
                <a:latin typeface="Segoe UI"/>
                <a:ea typeface="Segoe UI"/>
                <a:cs typeface="Segoe UI"/>
              </a:defRPr>
            </a:lvl3pPr>
            <a:lvl4pPr algn="l">
              <a:defRPr sz="975">
                <a:solidFill>
                  <a:srgbClr val="CFD7E6"/>
                </a:solidFill>
                <a:latin typeface="Segoe UI"/>
                <a:ea typeface="Segoe UI"/>
                <a:cs typeface="Segoe UI"/>
              </a:defRPr>
            </a:lvl4pPr>
            <a:lvl5pPr algn="l">
              <a:defRPr sz="975">
                <a:solidFill>
                  <a:srgbClr val="CFD7E6"/>
                </a:solidFill>
                <a:latin typeface="Segoe UI"/>
                <a:ea typeface="Segoe UI"/>
                <a:cs typeface="Segoe UI"/>
              </a:defRPr>
            </a:lvl5pPr>
            <a:lvl6pPr algn="l">
              <a:defRPr sz="975">
                <a:solidFill>
                  <a:srgbClr val="CFD7E6"/>
                </a:solidFill>
                <a:latin typeface="Segoe UI"/>
                <a:ea typeface="Segoe UI"/>
                <a:cs typeface="Segoe UI"/>
              </a:defRPr>
            </a:lvl6pPr>
            <a:lvl7pPr algn="l">
              <a:defRPr sz="975">
                <a:solidFill>
                  <a:srgbClr val="CFD7E6"/>
                </a:solidFill>
                <a:latin typeface="Segoe UI"/>
                <a:ea typeface="Segoe UI"/>
                <a:cs typeface="Segoe UI"/>
              </a:defRPr>
            </a:lvl7pPr>
            <a:lvl8pPr algn="l">
              <a:defRPr sz="975">
                <a:solidFill>
                  <a:srgbClr val="CFD7E6"/>
                </a:solidFill>
                <a:latin typeface="Segoe UI"/>
                <a:ea typeface="Segoe UI"/>
                <a:cs typeface="Segoe UI"/>
              </a:defRPr>
            </a:lvl8pPr>
            <a:lvl9pPr algn="l">
              <a:defRPr sz="975">
                <a:solidFill>
                  <a:srgbClr val="CFD7E6"/>
                </a:solidFill>
                <a:latin typeface="Segoe UI"/>
                <a:ea typeface="Segoe UI"/>
                <a:cs typeface="Segoe UI"/>
              </a:defRPr>
            </a:lvl9pPr>
          </a:lstStyle>
          <a:p xmlns:a="http://schemas.openxmlformats.org/drawingml/2006/main">
            <a:pPr algn="l">
              <a:defRPr sz="975">
                <a:solidFill>
                  <a:srgbClr val="CFD7E6"/>
                </a:solidFill>
                <a:latin typeface="Segoe UI"/>
                <a:ea typeface="Segoe UI"/>
                <a:cs typeface="Segoe UI"/>
              </a:defRPr>
            </a:pPr>
            <a:r>
              <a:rPr sz="975">
                <a:solidFill>
                  <a:srgbClr val="CFD7E6"/>
                </a:solidFill>
                <a:latin typeface="Segoe UI"/>
                <a:ea typeface="Segoe UI"/>
                <a:cs typeface="Segoe UI"/>
              </a:rPr>
              <a:t>Branch: Tutor → mini-quiz when concept/material exists and no quiz is active; otherwise Reflection.  ·  Fields: user_input · intent · retrieved_docs · generated_response → accessible_response · tutoring_context · quiz_*</a:t>
            </a:r>
          </a:p>
        </p:txBody>
      </p:sp>
    </p:spTree>
    <p:extLst>
      <p:ext uri="{BB962C8B-B14F-4D97-AF65-F5344CB8AC3E}">
        <p14:creationId xmlns:p14="http://schemas.microsoft.com/office/powerpoint/2010/main" val="1637415364"/>
      </p:ext>
    </p:extLst>
  </p:cSld>
</p:sld>
</file>

<file path=ppt/slides/slide4.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B33CB44A-64F4-42EE-99F2-C75D3631024B}"/>
              </a:ext>
            </a:extLst>
          </p:cNvPr>
          <p:cNvCxnSpPr>
            <a:stCxn xmlns:a="http://schemas.openxmlformats.org/drawingml/2006/main" id="18" idx="3"/>
            <a:endCxn xmlns:a="http://schemas.openxmlformats.org/drawingml/2006/main" id="19" idx="1"/>
          </p:cNvCxnSpPr>
          <p:nvPr/>
        </p:nvCxnSpPr>
        <p:spPr>
          <a:xfrm xmlns:a="http://schemas.openxmlformats.org/drawingml/2006/main">
            <a:off x="9391650" y="4781550"/>
            <a:ext cx="228600" cy="0"/>
          </a:xfrm>
          <a:prstGeom xmlns:a="http://schemas.openxmlformats.org/drawingml/2006/main" prst="straightConnector1">
            <a:avLst/>
          </a:prstGeom>
          <a:ln xmlns:a="http://schemas.openxmlformats.org/drawingml/2006/main" w="16193">
            <a:solidFill>
              <a:srgbClr val="37C9C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1107422-E41E-4FBE-A26C-EF7D78419A2A}"/>
              </a:ext>
            </a:extLst>
          </p:cNvPr>
          <p:cNvCxnSpPr>
            <a:stCxn xmlns:a="http://schemas.openxmlformats.org/drawingml/2006/main" id="17" idx="3"/>
            <a:endCxn xmlns:a="http://schemas.openxmlformats.org/drawingml/2006/main" id="18" idx="1"/>
          </p:cNvCxnSpPr>
          <p:nvPr/>
        </p:nvCxnSpPr>
        <p:spPr>
          <a:xfrm xmlns:a="http://schemas.openxmlformats.org/drawingml/2006/main">
            <a:off x="7115175" y="4781550"/>
            <a:ext cx="228600" cy="0"/>
          </a:xfrm>
          <a:prstGeom xmlns:a="http://schemas.openxmlformats.org/drawingml/2006/main" prst="straightConnector1">
            <a:avLst/>
          </a:prstGeom>
          <a:ln xmlns:a="http://schemas.openxmlformats.org/drawingml/2006/main" w="16193">
            <a:solidFill>
              <a:srgbClr val="D4ED50"/>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1E8EC56B-694B-4327-A65E-B131045D5F80}"/>
              </a:ext>
            </a:extLst>
          </p:cNvPr>
          <p:cNvCxnSpPr>
            <a:stCxn xmlns:a="http://schemas.openxmlformats.org/drawingml/2006/main" id="16" idx="3"/>
            <a:endCxn xmlns:a="http://schemas.openxmlformats.org/drawingml/2006/main" id="17" idx="1"/>
          </p:cNvCxnSpPr>
          <p:nvPr/>
        </p:nvCxnSpPr>
        <p:spPr>
          <a:xfrm xmlns:a="http://schemas.openxmlformats.org/drawingml/2006/main">
            <a:off x="4838700" y="4781550"/>
            <a:ext cx="228600" cy="0"/>
          </a:xfrm>
          <a:prstGeom xmlns:a="http://schemas.openxmlformats.org/drawingml/2006/main" prst="straightConnector1">
            <a:avLst/>
          </a:prstGeom>
          <a:ln xmlns:a="http://schemas.openxmlformats.org/drawingml/2006/main" w="16193">
            <a:solidFill>
              <a:srgbClr val="A38AFF"/>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DB7BEDB6-2EF3-4FB2-8526-3717359D66EB}"/>
              </a:ext>
            </a:extLst>
          </p:cNvPr>
          <p:cNvCxnSpPr>
            <a:stCxn xmlns:a="http://schemas.openxmlformats.org/drawingml/2006/main" id="15" idx="3"/>
            <a:endCxn xmlns:a="http://schemas.openxmlformats.org/drawingml/2006/main" id="16" idx="1"/>
          </p:cNvCxnSpPr>
          <p:nvPr/>
        </p:nvCxnSpPr>
        <p:spPr>
          <a:xfrm xmlns:a="http://schemas.openxmlformats.org/drawingml/2006/main">
            <a:off x="2562225" y="4781550"/>
            <a:ext cx="228600" cy="0"/>
          </a:xfrm>
          <a:prstGeom xmlns:a="http://schemas.openxmlformats.org/drawingml/2006/main" prst="straightConnector1">
            <a:avLst/>
          </a:prstGeom>
          <a:ln xmlns:a="http://schemas.openxmlformats.org/drawingml/2006/main" w="16193">
            <a:solidFill>
              <a:srgbClr val="6877FF"/>
            </a:solidFill>
            <a:prstDash val="solid"/>
            <a:tailEnd type="triangle" w="sm" len="sm"/>
          </a:ln>
        </p:spPr>
      </p:cxnSp>
      <p:sp>
        <p:nvSpPr>
          <p:cNvPr id="27" name="eyebrow-04  /  QUIZ GENERATION">
            <a:extLst xmlns:a="http://schemas.openxmlformats.org/drawingml/2006/main">
              <a:ext uri="{FF2B5EF4-FFF2-40B4-BE49-F238E27FC236}">
                <a16:creationId xmlns:a16="http://schemas.microsoft.com/office/drawing/2014/main" id="{1C5E6F40-7298-4E8C-8E55-7CA692785A3D}"/>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04  /  QUIZ GENERATION</a:t>
            </a:r>
          </a:p>
        </p:txBody>
      </p:sp>
      <p:sp>
        <p:nvSpPr>
          <p:cNvPr id="2" name="title-04  /  QUIZ GENERATION">
            <a:extLst xmlns:a="http://schemas.openxmlformats.org/drawingml/2006/main">
              <a:ext uri="{FF2B5EF4-FFF2-40B4-BE49-F238E27FC236}">
                <a16:creationId xmlns:a16="http://schemas.microsoft.com/office/drawing/2014/main" id="{2FD0BB7A-6DA0-4B71-843D-3D1C3EA133DC}"/>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Quiz generation keeps a source trail</a:t>
            </a:r>
          </a:p>
        </p:txBody>
      </p:sp>
      <p:sp>
        <p:nvSpPr>
          <p:cNvPr id="3" name="subtitle-04  /  QUIZ GENERATION">
            <a:extLst xmlns:a="http://schemas.openxmlformats.org/drawingml/2006/main">
              <a:ext uri="{FF2B5EF4-FFF2-40B4-BE49-F238E27FC236}">
                <a16:creationId xmlns:a16="http://schemas.microsoft.com/office/drawing/2014/main" id="{6C1E4114-07DB-4C64-B280-1ADFA2CC906B}"/>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Problem Generator adapts and validates the set; Quiz Ask renders one canonical question for spoken delivery.</a:t>
            </a:r>
          </a:p>
        </p:txBody>
      </p:sp>
      <p:sp>
        <p:nvSpPr>
          <p:cNvPr id="4" name="quiz-pgvector-logo-tile">
            <a:extLst xmlns:a="http://schemas.openxmlformats.org/drawingml/2006/main">
              <a:ext uri="{FF2B5EF4-FFF2-40B4-BE49-F238E27FC236}">
                <a16:creationId xmlns:a16="http://schemas.microsoft.com/office/drawing/2014/main" id="{C16422FF-84B3-42E2-BA6D-3D98C3C12702}"/>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A43C4F05-8ECF-45E2-93AB-E86387F3E760}"/>
              </a:ext>
            </a:extLst>
          </p:cNvPr>
          <p:cNvPicPr>
            <a:picLocks xmlns:a="http://schemas.openxmlformats.org/drawingml/2006/main" noChangeAspect="1"/>
          </p:cNvPicPr>
          <p:nvPr/>
        </p:nvPicPr>
        <p:blipFill>
          <a:blip xmlns:r="http://schemas.openxmlformats.org/officeDocument/2006/relationships" xmlns:a="http://schemas.openxmlformats.org/drawingml/2006/main" r:embed="R0f332a1693f547f2">
            <a:extLst>
              <a:ext uri="{96DAC541-7B7A-43D3-8B79-37D633B846F1}">
                <asvg:svgBlip xmlns:asvg="http://schemas.microsoft.com/office/drawing/2016/SVG/main" r:embed="Rd59bc0d033ce4eb4"/>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quiz-scope-card">
            <a:extLst xmlns:a="http://schemas.openxmlformats.org/drawingml/2006/main">
              <a:ext uri="{FF2B5EF4-FFF2-40B4-BE49-F238E27FC236}">
                <a16:creationId xmlns:a16="http://schemas.microsoft.com/office/drawing/2014/main" id="{18810CB1-713E-4810-8559-C2FA1F642463}"/>
              </a:ext>
            </a:extLst>
          </p:cNvPr>
          <p:cNvSpPr>
            <a:spLocks xmlns:a="http://schemas.openxmlformats.org/drawingml/2006/main" noGrp="1"/>
          </p:cNvSpPr>
          <p:nvPr/>
        </p:nvSpPr>
        <p:spPr>
          <a:xfrm xmlns:a="http://schemas.openxmlformats.org/drawingml/2006/main">
            <a:off x="514350" y="1562100"/>
            <a:ext cx="3581400" cy="2514600"/>
          </a:xfrm>
          <a:prstGeom xmlns:a="http://schemas.openxmlformats.org/drawingml/2006/main" prst="roundRect">
            <a:avLst>
              <a:gd name="adj" fmla="val 4545"/>
            </a:avLst>
          </a:prstGeom>
          <a:solidFill xmlns:a="http://schemas.openxmlformats.org/drawingml/2006/main">
            <a:srgbClr val="172238"/>
          </a:solidFill>
          <a:ln xmlns:a="http://schemas.openxmlformats.org/drawingml/2006/main" w="13335">
            <a:solidFill>
              <a:srgbClr val="6877FF"/>
            </a:solidFill>
            <a:prstDash val="solid"/>
          </a:ln>
        </p:spPr>
      </p:sp>
      <p:sp>
        <p:nvSpPr>
          <p:cNvPr id="7" name="quiz-scope-title">
            <a:extLst xmlns:a="http://schemas.openxmlformats.org/drawingml/2006/main">
              <a:ext uri="{FF2B5EF4-FFF2-40B4-BE49-F238E27FC236}">
                <a16:creationId xmlns:a16="http://schemas.microsoft.com/office/drawing/2014/main" id="{23597915-2237-4552-8030-9675D1F4C708}"/>
              </a:ext>
            </a:extLst>
          </p:cNvPr>
          <p:cNvSpPr>
            <a:spLocks xmlns:a="http://schemas.openxmlformats.org/drawingml/2006/main" noGrp="1"/>
          </p:cNvSpPr>
          <p:nvPr/>
        </p:nvSpPr>
        <p:spPr>
          <a:xfrm xmlns:a="http://schemas.openxmlformats.org/drawingml/2006/main">
            <a:off x="704850" y="1714500"/>
            <a:ext cx="320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6877FF"/>
                </a:solidFill>
                <a:latin typeface="Segoe UI"/>
                <a:ea typeface="Segoe UI"/>
                <a:cs typeface="Segoe UI"/>
              </a:defRPr>
            </a:defPPr>
            <a:lvl1pPr algn="l">
              <a:defRPr sz="1500" b="1">
                <a:solidFill>
                  <a:srgbClr val="6877FF"/>
                </a:solidFill>
                <a:latin typeface="Segoe UI"/>
                <a:ea typeface="Segoe UI"/>
                <a:cs typeface="Segoe UI"/>
              </a:defRPr>
            </a:lvl1pPr>
            <a:lvl2pPr algn="l">
              <a:defRPr sz="1500" b="1">
                <a:solidFill>
                  <a:srgbClr val="6877FF"/>
                </a:solidFill>
                <a:latin typeface="Segoe UI"/>
                <a:ea typeface="Segoe UI"/>
                <a:cs typeface="Segoe UI"/>
              </a:defRPr>
            </a:lvl2pPr>
            <a:lvl3pPr algn="l">
              <a:defRPr sz="1500" b="1">
                <a:solidFill>
                  <a:srgbClr val="6877FF"/>
                </a:solidFill>
                <a:latin typeface="Segoe UI"/>
                <a:ea typeface="Segoe UI"/>
                <a:cs typeface="Segoe UI"/>
              </a:defRPr>
            </a:lvl3pPr>
            <a:lvl4pPr algn="l">
              <a:defRPr sz="1500" b="1">
                <a:solidFill>
                  <a:srgbClr val="6877FF"/>
                </a:solidFill>
                <a:latin typeface="Segoe UI"/>
                <a:ea typeface="Segoe UI"/>
                <a:cs typeface="Segoe UI"/>
              </a:defRPr>
            </a:lvl4pPr>
            <a:lvl5pPr algn="l">
              <a:defRPr sz="1500" b="1">
                <a:solidFill>
                  <a:srgbClr val="6877FF"/>
                </a:solidFill>
                <a:latin typeface="Segoe UI"/>
                <a:ea typeface="Segoe UI"/>
                <a:cs typeface="Segoe UI"/>
              </a:defRPr>
            </a:lvl5pPr>
            <a:lvl6pPr algn="l">
              <a:defRPr sz="1500" b="1">
                <a:solidFill>
                  <a:srgbClr val="6877FF"/>
                </a:solidFill>
                <a:latin typeface="Segoe UI"/>
                <a:ea typeface="Segoe UI"/>
                <a:cs typeface="Segoe UI"/>
              </a:defRPr>
            </a:lvl6pPr>
            <a:lvl7pPr algn="l">
              <a:defRPr sz="1500" b="1">
                <a:solidFill>
                  <a:srgbClr val="6877FF"/>
                </a:solidFill>
                <a:latin typeface="Segoe UI"/>
                <a:ea typeface="Segoe UI"/>
                <a:cs typeface="Segoe UI"/>
              </a:defRPr>
            </a:lvl7pPr>
            <a:lvl8pPr algn="l">
              <a:defRPr sz="1500" b="1">
                <a:solidFill>
                  <a:srgbClr val="6877FF"/>
                </a:solidFill>
                <a:latin typeface="Segoe UI"/>
                <a:ea typeface="Segoe UI"/>
                <a:cs typeface="Segoe UI"/>
              </a:defRPr>
            </a:lvl8pPr>
            <a:lvl9pPr algn="l">
              <a:defRPr sz="1500" b="1">
                <a:solidFill>
                  <a:srgbClr val="6877FF"/>
                </a:solidFill>
                <a:latin typeface="Segoe UI"/>
                <a:ea typeface="Segoe UI"/>
                <a:cs typeface="Segoe UI"/>
              </a:defRPr>
            </a:lvl9pPr>
          </a:lstStyle>
          <a:p xmlns:a="http://schemas.openxmlformats.org/drawingml/2006/main">
            <a:pPr algn="l">
              <a:defRPr sz="1500" b="1">
                <a:solidFill>
                  <a:srgbClr val="6877FF"/>
                </a:solidFill>
                <a:latin typeface="Segoe UI"/>
                <a:ea typeface="Segoe UI"/>
                <a:cs typeface="Segoe UI"/>
              </a:defRPr>
            </a:pPr>
            <a:r>
              <a:rPr sz="1500" b="1">
                <a:solidFill>
                  <a:srgbClr val="6877FF"/>
                </a:solidFill>
                <a:latin typeface="Segoe UI"/>
                <a:ea typeface="Segoe UI"/>
                <a:cs typeface="Segoe UI"/>
              </a:rPr>
              <a:t>01  Scope &amp; adapt</a:t>
            </a:r>
          </a:p>
        </p:txBody>
      </p:sp>
      <p:sp>
        <p:nvSpPr>
          <p:cNvPr id="8" name="quiz-scope-body">
            <a:extLst xmlns:a="http://schemas.openxmlformats.org/drawingml/2006/main">
              <a:ext uri="{FF2B5EF4-FFF2-40B4-BE49-F238E27FC236}">
                <a16:creationId xmlns:a16="http://schemas.microsoft.com/office/drawing/2014/main" id="{3854A454-D4B8-4CEC-AA23-E85577F9B5A4}"/>
              </a:ext>
            </a:extLst>
          </p:cNvPr>
          <p:cNvSpPr>
            <a:spLocks xmlns:a="http://schemas.openxmlformats.org/drawingml/2006/main" noGrp="1"/>
          </p:cNvSpPr>
          <p:nvPr/>
        </p:nvSpPr>
        <p:spPr>
          <a:xfrm xmlns:a="http://schemas.openxmlformats.org/drawingml/2006/main">
            <a:off x="704850" y="2076450"/>
            <a:ext cx="3200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a:solidFill>
                  <a:srgbClr val="CFD7E6"/>
                </a:solidFill>
                <a:latin typeface="Segoe UI"/>
                <a:ea typeface="Segoe UI"/>
                <a:cs typeface="Segoe UI"/>
              </a:defRPr>
            </a:defPPr>
            <a:lvl1pPr algn="l">
              <a:defRPr sz="1065">
                <a:solidFill>
                  <a:srgbClr val="CFD7E6"/>
                </a:solidFill>
                <a:latin typeface="Segoe UI"/>
                <a:ea typeface="Segoe UI"/>
                <a:cs typeface="Segoe UI"/>
              </a:defRPr>
            </a:lvl1pPr>
            <a:lvl2pPr algn="l">
              <a:defRPr sz="1065">
                <a:solidFill>
                  <a:srgbClr val="CFD7E6"/>
                </a:solidFill>
                <a:latin typeface="Segoe UI"/>
                <a:ea typeface="Segoe UI"/>
                <a:cs typeface="Segoe UI"/>
              </a:defRPr>
            </a:lvl2pPr>
            <a:lvl3pPr algn="l">
              <a:defRPr sz="1065">
                <a:solidFill>
                  <a:srgbClr val="CFD7E6"/>
                </a:solidFill>
                <a:latin typeface="Segoe UI"/>
                <a:ea typeface="Segoe UI"/>
                <a:cs typeface="Segoe UI"/>
              </a:defRPr>
            </a:lvl3pPr>
            <a:lvl4pPr algn="l">
              <a:defRPr sz="1065">
                <a:solidFill>
                  <a:srgbClr val="CFD7E6"/>
                </a:solidFill>
                <a:latin typeface="Segoe UI"/>
                <a:ea typeface="Segoe UI"/>
                <a:cs typeface="Segoe UI"/>
              </a:defRPr>
            </a:lvl4pPr>
            <a:lvl5pPr algn="l">
              <a:defRPr sz="1065">
                <a:solidFill>
                  <a:srgbClr val="CFD7E6"/>
                </a:solidFill>
                <a:latin typeface="Segoe UI"/>
                <a:ea typeface="Segoe UI"/>
                <a:cs typeface="Segoe UI"/>
              </a:defRPr>
            </a:lvl5pPr>
            <a:lvl6pPr algn="l">
              <a:defRPr sz="1065">
                <a:solidFill>
                  <a:srgbClr val="CFD7E6"/>
                </a:solidFill>
                <a:latin typeface="Segoe UI"/>
                <a:ea typeface="Segoe UI"/>
                <a:cs typeface="Segoe UI"/>
              </a:defRPr>
            </a:lvl6pPr>
            <a:lvl7pPr algn="l">
              <a:defRPr sz="1065">
                <a:solidFill>
                  <a:srgbClr val="CFD7E6"/>
                </a:solidFill>
                <a:latin typeface="Segoe UI"/>
                <a:ea typeface="Segoe UI"/>
                <a:cs typeface="Segoe UI"/>
              </a:defRPr>
            </a:lvl7pPr>
            <a:lvl8pPr algn="l">
              <a:defRPr sz="1065">
                <a:solidFill>
                  <a:srgbClr val="CFD7E6"/>
                </a:solidFill>
                <a:latin typeface="Segoe UI"/>
                <a:ea typeface="Segoe UI"/>
                <a:cs typeface="Segoe UI"/>
              </a:defRPr>
            </a:lvl8pPr>
            <a:lvl9pPr algn="l">
              <a:defRPr sz="1065">
                <a:solidFill>
                  <a:srgbClr val="CFD7E6"/>
                </a:solidFill>
                <a:latin typeface="Segoe UI"/>
                <a:ea typeface="Segoe UI"/>
                <a:cs typeface="Segoe UI"/>
              </a:defRPr>
            </a:lvl9pPr>
          </a:lstStyle>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INPUT · topic, subject, requested count/difficulty, learner mastery/confidence and MCQ-only setting.</a:t>
            </a:r>
          </a:p>
          <a:p xmlns:a="http://schemas.openxmlformats.org/drawingml/2006/main">
            <a:r>
              <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CONCEPT · use reviewed mapping for class/material; otherwise resolve the named topic or infer a concept.</a:t>
            </a:r>
          </a:p>
          <a:p xmlns:a="http://schemas.openxmlformats.org/drawingml/2006/main">
            <a:r>
              <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ADAPT · predicted success from the student model nudges difficulty toward productive struggle.</a:t>
            </a:r>
          </a:p>
        </p:txBody>
      </p:sp>
      <p:sp>
        <p:nvSpPr>
          <p:cNvPr id="9" name="quiz-grounding-card">
            <a:extLst xmlns:a="http://schemas.openxmlformats.org/drawingml/2006/main">
              <a:ext uri="{FF2B5EF4-FFF2-40B4-BE49-F238E27FC236}">
                <a16:creationId xmlns:a16="http://schemas.microsoft.com/office/drawing/2014/main" id="{7159A2CC-F2B9-4566-B717-C0654994A56F}"/>
              </a:ext>
            </a:extLst>
          </p:cNvPr>
          <p:cNvSpPr>
            <a:spLocks xmlns:a="http://schemas.openxmlformats.org/drawingml/2006/main" noGrp="1"/>
          </p:cNvSpPr>
          <p:nvPr/>
        </p:nvSpPr>
        <p:spPr>
          <a:xfrm xmlns:a="http://schemas.openxmlformats.org/drawingml/2006/main">
            <a:off x="4305300" y="1562100"/>
            <a:ext cx="3581400" cy="2514600"/>
          </a:xfrm>
          <a:prstGeom xmlns:a="http://schemas.openxmlformats.org/drawingml/2006/main" prst="roundRect">
            <a:avLst>
              <a:gd name="adj" fmla="val 4545"/>
            </a:avLst>
          </a:prstGeom>
          <a:solidFill xmlns:a="http://schemas.openxmlformats.org/drawingml/2006/main">
            <a:srgbClr val="15252B"/>
          </a:solidFill>
          <a:ln xmlns:a="http://schemas.openxmlformats.org/drawingml/2006/main" w="13335">
            <a:solidFill>
              <a:srgbClr val="37C9C4"/>
            </a:solidFill>
            <a:prstDash val="solid"/>
          </a:ln>
        </p:spPr>
      </p:sp>
      <p:sp>
        <p:nvSpPr>
          <p:cNvPr id="10" name="quiz-grounding-title">
            <a:extLst xmlns:a="http://schemas.openxmlformats.org/drawingml/2006/main">
              <a:ext uri="{FF2B5EF4-FFF2-40B4-BE49-F238E27FC236}">
                <a16:creationId xmlns:a16="http://schemas.microsoft.com/office/drawing/2014/main" id="{BA27A789-05DE-4B06-B8F2-6E48AF5FC832}"/>
              </a:ext>
            </a:extLst>
          </p:cNvPr>
          <p:cNvSpPr>
            <a:spLocks xmlns:a="http://schemas.openxmlformats.org/drawingml/2006/main" noGrp="1"/>
          </p:cNvSpPr>
          <p:nvPr/>
        </p:nvSpPr>
        <p:spPr>
          <a:xfrm xmlns:a="http://schemas.openxmlformats.org/drawingml/2006/main">
            <a:off x="4495800" y="1714500"/>
            <a:ext cx="320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37C9C4"/>
                </a:solidFill>
                <a:latin typeface="Segoe UI"/>
                <a:ea typeface="Segoe UI"/>
                <a:cs typeface="Segoe UI"/>
              </a:defRPr>
            </a:defPPr>
            <a:lvl1pPr algn="l">
              <a:defRPr sz="1500" b="1">
                <a:solidFill>
                  <a:srgbClr val="37C9C4"/>
                </a:solidFill>
                <a:latin typeface="Segoe UI"/>
                <a:ea typeface="Segoe UI"/>
                <a:cs typeface="Segoe UI"/>
              </a:defRPr>
            </a:lvl1pPr>
            <a:lvl2pPr algn="l">
              <a:defRPr sz="1500" b="1">
                <a:solidFill>
                  <a:srgbClr val="37C9C4"/>
                </a:solidFill>
                <a:latin typeface="Segoe UI"/>
                <a:ea typeface="Segoe UI"/>
                <a:cs typeface="Segoe UI"/>
              </a:defRPr>
            </a:lvl2pPr>
            <a:lvl3pPr algn="l">
              <a:defRPr sz="1500" b="1">
                <a:solidFill>
                  <a:srgbClr val="37C9C4"/>
                </a:solidFill>
                <a:latin typeface="Segoe UI"/>
                <a:ea typeface="Segoe UI"/>
                <a:cs typeface="Segoe UI"/>
              </a:defRPr>
            </a:lvl3pPr>
            <a:lvl4pPr algn="l">
              <a:defRPr sz="1500" b="1">
                <a:solidFill>
                  <a:srgbClr val="37C9C4"/>
                </a:solidFill>
                <a:latin typeface="Segoe UI"/>
                <a:ea typeface="Segoe UI"/>
                <a:cs typeface="Segoe UI"/>
              </a:defRPr>
            </a:lvl4pPr>
            <a:lvl5pPr algn="l">
              <a:defRPr sz="1500" b="1">
                <a:solidFill>
                  <a:srgbClr val="37C9C4"/>
                </a:solidFill>
                <a:latin typeface="Segoe UI"/>
                <a:ea typeface="Segoe UI"/>
                <a:cs typeface="Segoe UI"/>
              </a:defRPr>
            </a:lvl5pPr>
            <a:lvl6pPr algn="l">
              <a:defRPr sz="1500" b="1">
                <a:solidFill>
                  <a:srgbClr val="37C9C4"/>
                </a:solidFill>
                <a:latin typeface="Segoe UI"/>
                <a:ea typeface="Segoe UI"/>
                <a:cs typeface="Segoe UI"/>
              </a:defRPr>
            </a:lvl6pPr>
            <a:lvl7pPr algn="l">
              <a:defRPr sz="1500" b="1">
                <a:solidFill>
                  <a:srgbClr val="37C9C4"/>
                </a:solidFill>
                <a:latin typeface="Segoe UI"/>
                <a:ea typeface="Segoe UI"/>
                <a:cs typeface="Segoe UI"/>
              </a:defRPr>
            </a:lvl7pPr>
            <a:lvl8pPr algn="l">
              <a:defRPr sz="1500" b="1">
                <a:solidFill>
                  <a:srgbClr val="37C9C4"/>
                </a:solidFill>
                <a:latin typeface="Segoe UI"/>
                <a:ea typeface="Segoe UI"/>
                <a:cs typeface="Segoe UI"/>
              </a:defRPr>
            </a:lvl8pPr>
            <a:lvl9pPr algn="l">
              <a:defRPr sz="1500" b="1">
                <a:solidFill>
                  <a:srgbClr val="37C9C4"/>
                </a:solidFill>
                <a:latin typeface="Segoe UI"/>
                <a:ea typeface="Segoe UI"/>
                <a:cs typeface="Segoe UI"/>
              </a:defRPr>
            </a:lvl9pPr>
          </a:lstStyle>
          <a:p xmlns:a="http://schemas.openxmlformats.org/drawingml/2006/main">
            <a:pPr algn="l">
              <a:defRPr sz="1500" b="1">
                <a:solidFill>
                  <a:srgbClr val="37C9C4"/>
                </a:solidFill>
                <a:latin typeface="Segoe UI"/>
                <a:ea typeface="Segoe UI"/>
                <a:cs typeface="Segoe UI"/>
              </a:defRPr>
            </a:pPr>
            <a:r>
              <a:rPr sz="1500" b="1">
                <a:solidFill>
                  <a:srgbClr val="37C9C4"/>
                </a:solidFill>
                <a:latin typeface="Segoe UI"/>
                <a:ea typeface="Segoe UI"/>
                <a:cs typeface="Segoe UI"/>
              </a:rPr>
              <a:t>02  Ground &amp; generate</a:t>
            </a:r>
          </a:p>
        </p:txBody>
      </p:sp>
      <p:sp>
        <p:nvSpPr>
          <p:cNvPr id="11" name="quiz-grounding-body">
            <a:extLst xmlns:a="http://schemas.openxmlformats.org/drawingml/2006/main">
              <a:ext uri="{FF2B5EF4-FFF2-40B4-BE49-F238E27FC236}">
                <a16:creationId xmlns:a16="http://schemas.microsoft.com/office/drawing/2014/main" id="{00CABEE6-2C7A-4D18-B74E-61D1112582FA}"/>
              </a:ext>
            </a:extLst>
          </p:cNvPr>
          <p:cNvSpPr>
            <a:spLocks xmlns:a="http://schemas.openxmlformats.org/drawingml/2006/main" noGrp="1"/>
          </p:cNvSpPr>
          <p:nvPr/>
        </p:nvSpPr>
        <p:spPr>
          <a:xfrm xmlns:a="http://schemas.openxmlformats.org/drawingml/2006/main">
            <a:off x="4495800" y="2076450"/>
            <a:ext cx="3200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a:solidFill>
                  <a:srgbClr val="CFD7E6"/>
                </a:solidFill>
                <a:latin typeface="Segoe UI"/>
                <a:ea typeface="Segoe UI"/>
                <a:cs typeface="Segoe UI"/>
              </a:defRPr>
            </a:defPPr>
            <a:lvl1pPr algn="l">
              <a:defRPr sz="1065">
                <a:solidFill>
                  <a:srgbClr val="CFD7E6"/>
                </a:solidFill>
                <a:latin typeface="Segoe UI"/>
                <a:ea typeface="Segoe UI"/>
                <a:cs typeface="Segoe UI"/>
              </a:defRPr>
            </a:lvl1pPr>
            <a:lvl2pPr algn="l">
              <a:defRPr sz="1065">
                <a:solidFill>
                  <a:srgbClr val="CFD7E6"/>
                </a:solidFill>
                <a:latin typeface="Segoe UI"/>
                <a:ea typeface="Segoe UI"/>
                <a:cs typeface="Segoe UI"/>
              </a:defRPr>
            </a:lvl2pPr>
            <a:lvl3pPr algn="l">
              <a:defRPr sz="1065">
                <a:solidFill>
                  <a:srgbClr val="CFD7E6"/>
                </a:solidFill>
                <a:latin typeface="Segoe UI"/>
                <a:ea typeface="Segoe UI"/>
                <a:cs typeface="Segoe UI"/>
              </a:defRPr>
            </a:lvl3pPr>
            <a:lvl4pPr algn="l">
              <a:defRPr sz="1065">
                <a:solidFill>
                  <a:srgbClr val="CFD7E6"/>
                </a:solidFill>
                <a:latin typeface="Segoe UI"/>
                <a:ea typeface="Segoe UI"/>
                <a:cs typeface="Segoe UI"/>
              </a:defRPr>
            </a:lvl4pPr>
            <a:lvl5pPr algn="l">
              <a:defRPr sz="1065">
                <a:solidFill>
                  <a:srgbClr val="CFD7E6"/>
                </a:solidFill>
                <a:latin typeface="Segoe UI"/>
                <a:ea typeface="Segoe UI"/>
                <a:cs typeface="Segoe UI"/>
              </a:defRPr>
            </a:lvl5pPr>
            <a:lvl6pPr algn="l">
              <a:defRPr sz="1065">
                <a:solidFill>
                  <a:srgbClr val="CFD7E6"/>
                </a:solidFill>
                <a:latin typeface="Segoe UI"/>
                <a:ea typeface="Segoe UI"/>
                <a:cs typeface="Segoe UI"/>
              </a:defRPr>
            </a:lvl6pPr>
            <a:lvl7pPr algn="l">
              <a:defRPr sz="1065">
                <a:solidFill>
                  <a:srgbClr val="CFD7E6"/>
                </a:solidFill>
                <a:latin typeface="Segoe UI"/>
                <a:ea typeface="Segoe UI"/>
                <a:cs typeface="Segoe UI"/>
              </a:defRPr>
            </a:lvl7pPr>
            <a:lvl8pPr algn="l">
              <a:defRPr sz="1065">
                <a:solidFill>
                  <a:srgbClr val="CFD7E6"/>
                </a:solidFill>
                <a:latin typeface="Segoe UI"/>
                <a:ea typeface="Segoe UI"/>
                <a:cs typeface="Segoe UI"/>
              </a:defRPr>
            </a:lvl8pPr>
            <a:lvl9pPr algn="l">
              <a:defRPr sz="1065">
                <a:solidFill>
                  <a:srgbClr val="CFD7E6"/>
                </a:solidFill>
                <a:latin typeface="Segoe UI"/>
                <a:ea typeface="Segoe UI"/>
                <a:cs typeface="Segoe UI"/>
              </a:defRPr>
            </a:lvl9pPr>
          </a:lstStyle>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SOURCE</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Retrieve up to 6 relevant curriculum chunks, scoped to subject and to the validated class/material when present. No approved source → stop generation.</a:t>
            </a:r>
          </a:p>
          <a:p xmlns:a="http://schemas.openxmlformats.org/drawingml/2006/main">
            <a:r>
              <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LLM CONTRACT</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Generate exactly the requested count. Questions must stay on topic and cite valid source_indices; classroom concepts must belong to the reviewed mapping.</a:t>
            </a:r>
          </a:p>
        </p:txBody>
      </p:sp>
      <p:sp>
        <p:nvSpPr>
          <p:cNvPr id="12" name="quiz-validation-card">
            <a:extLst xmlns:a="http://schemas.openxmlformats.org/drawingml/2006/main">
              <a:ext uri="{FF2B5EF4-FFF2-40B4-BE49-F238E27FC236}">
                <a16:creationId xmlns:a16="http://schemas.microsoft.com/office/drawing/2014/main" id="{5C99E9ED-BE00-4CF1-8AF5-7AD8792E6534}"/>
              </a:ext>
            </a:extLst>
          </p:cNvPr>
          <p:cNvSpPr>
            <a:spLocks xmlns:a="http://schemas.openxmlformats.org/drawingml/2006/main" noGrp="1"/>
          </p:cNvSpPr>
          <p:nvPr/>
        </p:nvSpPr>
        <p:spPr>
          <a:xfrm xmlns:a="http://schemas.openxmlformats.org/drawingml/2006/main">
            <a:off x="8096250" y="1562100"/>
            <a:ext cx="3581400" cy="2514600"/>
          </a:xfrm>
          <a:prstGeom xmlns:a="http://schemas.openxmlformats.org/drawingml/2006/main" prst="roundRect">
            <a:avLst>
              <a:gd name="adj" fmla="val 4545"/>
            </a:avLst>
          </a:prstGeom>
          <a:solidFill xmlns:a="http://schemas.openxmlformats.org/drawingml/2006/main">
            <a:srgbClr val="211D31"/>
          </a:solidFill>
          <a:ln xmlns:a="http://schemas.openxmlformats.org/drawingml/2006/main" w="13335">
            <a:solidFill>
              <a:srgbClr val="A38AFF"/>
            </a:solidFill>
            <a:prstDash val="solid"/>
          </a:ln>
        </p:spPr>
      </p:sp>
      <p:sp>
        <p:nvSpPr>
          <p:cNvPr id="13" name="quiz-validation-title">
            <a:extLst xmlns:a="http://schemas.openxmlformats.org/drawingml/2006/main">
              <a:ext uri="{FF2B5EF4-FFF2-40B4-BE49-F238E27FC236}">
                <a16:creationId xmlns:a16="http://schemas.microsoft.com/office/drawing/2014/main" id="{BBCD6123-9374-4C28-9B7C-3E3FF5D25983}"/>
              </a:ext>
            </a:extLst>
          </p:cNvPr>
          <p:cNvSpPr>
            <a:spLocks xmlns:a="http://schemas.openxmlformats.org/drawingml/2006/main" noGrp="1"/>
          </p:cNvSpPr>
          <p:nvPr/>
        </p:nvSpPr>
        <p:spPr>
          <a:xfrm xmlns:a="http://schemas.openxmlformats.org/drawingml/2006/main">
            <a:off x="8286750" y="1714500"/>
            <a:ext cx="3200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A38AFF"/>
                </a:solidFill>
                <a:latin typeface="Segoe UI"/>
                <a:ea typeface="Segoe UI"/>
                <a:cs typeface="Segoe UI"/>
              </a:defRPr>
            </a:defPPr>
            <a:lvl1pPr algn="l">
              <a:defRPr sz="1500" b="1">
                <a:solidFill>
                  <a:srgbClr val="A38AFF"/>
                </a:solidFill>
                <a:latin typeface="Segoe UI"/>
                <a:ea typeface="Segoe UI"/>
                <a:cs typeface="Segoe UI"/>
              </a:defRPr>
            </a:lvl1pPr>
            <a:lvl2pPr algn="l">
              <a:defRPr sz="1500" b="1">
                <a:solidFill>
                  <a:srgbClr val="A38AFF"/>
                </a:solidFill>
                <a:latin typeface="Segoe UI"/>
                <a:ea typeface="Segoe UI"/>
                <a:cs typeface="Segoe UI"/>
              </a:defRPr>
            </a:lvl2pPr>
            <a:lvl3pPr algn="l">
              <a:defRPr sz="1500" b="1">
                <a:solidFill>
                  <a:srgbClr val="A38AFF"/>
                </a:solidFill>
                <a:latin typeface="Segoe UI"/>
                <a:ea typeface="Segoe UI"/>
                <a:cs typeface="Segoe UI"/>
              </a:defRPr>
            </a:lvl3pPr>
            <a:lvl4pPr algn="l">
              <a:defRPr sz="1500" b="1">
                <a:solidFill>
                  <a:srgbClr val="A38AFF"/>
                </a:solidFill>
                <a:latin typeface="Segoe UI"/>
                <a:ea typeface="Segoe UI"/>
                <a:cs typeface="Segoe UI"/>
              </a:defRPr>
            </a:lvl4pPr>
            <a:lvl5pPr algn="l">
              <a:defRPr sz="1500" b="1">
                <a:solidFill>
                  <a:srgbClr val="A38AFF"/>
                </a:solidFill>
                <a:latin typeface="Segoe UI"/>
                <a:ea typeface="Segoe UI"/>
                <a:cs typeface="Segoe UI"/>
              </a:defRPr>
            </a:lvl5pPr>
            <a:lvl6pPr algn="l">
              <a:defRPr sz="1500" b="1">
                <a:solidFill>
                  <a:srgbClr val="A38AFF"/>
                </a:solidFill>
                <a:latin typeface="Segoe UI"/>
                <a:ea typeface="Segoe UI"/>
                <a:cs typeface="Segoe UI"/>
              </a:defRPr>
            </a:lvl6pPr>
            <a:lvl7pPr algn="l">
              <a:defRPr sz="1500" b="1">
                <a:solidFill>
                  <a:srgbClr val="A38AFF"/>
                </a:solidFill>
                <a:latin typeface="Segoe UI"/>
                <a:ea typeface="Segoe UI"/>
                <a:cs typeface="Segoe UI"/>
              </a:defRPr>
            </a:lvl7pPr>
            <a:lvl8pPr algn="l">
              <a:defRPr sz="1500" b="1">
                <a:solidFill>
                  <a:srgbClr val="A38AFF"/>
                </a:solidFill>
                <a:latin typeface="Segoe UI"/>
                <a:ea typeface="Segoe UI"/>
                <a:cs typeface="Segoe UI"/>
              </a:defRPr>
            </a:lvl8pPr>
            <a:lvl9pPr algn="l">
              <a:defRPr sz="1500" b="1">
                <a:solidFill>
                  <a:srgbClr val="A38AFF"/>
                </a:solidFill>
                <a:latin typeface="Segoe UI"/>
                <a:ea typeface="Segoe UI"/>
                <a:cs typeface="Segoe UI"/>
              </a:defRPr>
            </a:lvl9pPr>
          </a:lstStyle>
          <a:p xmlns:a="http://schemas.openxmlformats.org/drawingml/2006/main">
            <a:pPr algn="l">
              <a:defRPr sz="1500" b="1">
                <a:solidFill>
                  <a:srgbClr val="A38AFF"/>
                </a:solidFill>
                <a:latin typeface="Segoe UI"/>
                <a:ea typeface="Segoe UI"/>
                <a:cs typeface="Segoe UI"/>
              </a:defRPr>
            </a:pPr>
            <a:r>
              <a:rPr sz="1500" b="1">
                <a:solidFill>
                  <a:srgbClr val="A38AFF"/>
                </a:solidFill>
                <a:latin typeface="Segoe UI"/>
                <a:ea typeface="Segoe UI"/>
                <a:cs typeface="Segoe UI"/>
              </a:rPr>
              <a:t>03  Validate &amp; ask</a:t>
            </a:r>
          </a:p>
        </p:txBody>
      </p:sp>
      <p:sp>
        <p:nvSpPr>
          <p:cNvPr id="14" name="quiz-validation-body">
            <a:extLst xmlns:a="http://schemas.openxmlformats.org/drawingml/2006/main">
              <a:ext uri="{FF2B5EF4-FFF2-40B4-BE49-F238E27FC236}">
                <a16:creationId xmlns:a16="http://schemas.microsoft.com/office/drawing/2014/main" id="{BC3AC24A-CDCA-4F3E-8268-D283537EC900}"/>
              </a:ext>
            </a:extLst>
          </p:cNvPr>
          <p:cNvSpPr>
            <a:spLocks xmlns:a="http://schemas.openxmlformats.org/drawingml/2006/main" noGrp="1"/>
          </p:cNvSpPr>
          <p:nvPr/>
        </p:nvSpPr>
        <p:spPr>
          <a:xfrm xmlns:a="http://schemas.openxmlformats.org/drawingml/2006/main">
            <a:off x="8286750" y="2076450"/>
            <a:ext cx="320040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65">
                <a:solidFill>
                  <a:srgbClr val="CFD7E6"/>
                </a:solidFill>
                <a:latin typeface="Segoe UI"/>
                <a:ea typeface="Segoe UI"/>
                <a:cs typeface="Segoe UI"/>
              </a:defRPr>
            </a:defPPr>
            <a:lvl1pPr algn="l">
              <a:defRPr sz="1065">
                <a:solidFill>
                  <a:srgbClr val="CFD7E6"/>
                </a:solidFill>
                <a:latin typeface="Segoe UI"/>
                <a:ea typeface="Segoe UI"/>
                <a:cs typeface="Segoe UI"/>
              </a:defRPr>
            </a:lvl1pPr>
            <a:lvl2pPr algn="l">
              <a:defRPr sz="1065">
                <a:solidFill>
                  <a:srgbClr val="CFD7E6"/>
                </a:solidFill>
                <a:latin typeface="Segoe UI"/>
                <a:ea typeface="Segoe UI"/>
                <a:cs typeface="Segoe UI"/>
              </a:defRPr>
            </a:lvl2pPr>
            <a:lvl3pPr algn="l">
              <a:defRPr sz="1065">
                <a:solidFill>
                  <a:srgbClr val="CFD7E6"/>
                </a:solidFill>
                <a:latin typeface="Segoe UI"/>
                <a:ea typeface="Segoe UI"/>
                <a:cs typeface="Segoe UI"/>
              </a:defRPr>
            </a:lvl3pPr>
            <a:lvl4pPr algn="l">
              <a:defRPr sz="1065">
                <a:solidFill>
                  <a:srgbClr val="CFD7E6"/>
                </a:solidFill>
                <a:latin typeface="Segoe UI"/>
                <a:ea typeface="Segoe UI"/>
                <a:cs typeface="Segoe UI"/>
              </a:defRPr>
            </a:lvl4pPr>
            <a:lvl5pPr algn="l">
              <a:defRPr sz="1065">
                <a:solidFill>
                  <a:srgbClr val="CFD7E6"/>
                </a:solidFill>
                <a:latin typeface="Segoe UI"/>
                <a:ea typeface="Segoe UI"/>
                <a:cs typeface="Segoe UI"/>
              </a:defRPr>
            </a:lvl5pPr>
            <a:lvl6pPr algn="l">
              <a:defRPr sz="1065">
                <a:solidFill>
                  <a:srgbClr val="CFD7E6"/>
                </a:solidFill>
                <a:latin typeface="Segoe UI"/>
                <a:ea typeface="Segoe UI"/>
                <a:cs typeface="Segoe UI"/>
              </a:defRPr>
            </a:lvl6pPr>
            <a:lvl7pPr algn="l">
              <a:defRPr sz="1065">
                <a:solidFill>
                  <a:srgbClr val="CFD7E6"/>
                </a:solidFill>
                <a:latin typeface="Segoe UI"/>
                <a:ea typeface="Segoe UI"/>
                <a:cs typeface="Segoe UI"/>
              </a:defRPr>
            </a:lvl7pPr>
            <a:lvl8pPr algn="l">
              <a:defRPr sz="1065">
                <a:solidFill>
                  <a:srgbClr val="CFD7E6"/>
                </a:solidFill>
                <a:latin typeface="Segoe UI"/>
                <a:ea typeface="Segoe UI"/>
                <a:cs typeface="Segoe UI"/>
              </a:defRPr>
            </a:lvl8pPr>
            <a:lvl9pPr algn="l">
              <a:defRPr sz="1065">
                <a:solidFill>
                  <a:srgbClr val="CFD7E6"/>
                </a:solidFill>
                <a:latin typeface="Segoe UI"/>
                <a:ea typeface="Segoe UI"/>
                <a:cs typeface="Segoe UI"/>
              </a:defRPr>
            </a:lvl9pPr>
          </a:lstStyle>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QUALITY GATE</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Validate count, type, answer, options and source references. Regenerate the whole set once if it fails; a second contract failure stops the turn.</a:t>
            </a:r>
          </a:p>
          <a:p xmlns:a="http://schemas.openxmlformats.org/drawingml/2006/main">
            <a:r>
              <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QUIZ ASK</a:t>
            </a:r>
          </a:p>
          <a:p xmlns:a="http://schemas.openxmlformats.org/drawingml/2006/main">
            <a:pPr algn="l">
              <a:defRPr sz="1065">
                <a:solidFill>
                  <a:srgbClr val="CFD7E6"/>
                </a:solidFill>
                <a:latin typeface="Segoe UI"/>
                <a:ea typeface="Segoe UI"/>
                <a:cs typeface="Segoe UI"/>
              </a:defRPr>
            </a:pPr>
            <a:r>
              <a:rPr sz="1065">
                <a:solidFill>
                  <a:srgbClr val="CFD7E6"/>
                </a:solidFill>
                <a:latin typeface="Segoe UI"/>
                <a:ea typeface="Segoe UI"/>
                <a:cs typeface="Segoe UI"/>
              </a:rPr>
              <a:t>Select current_question_index, then use an LLM to phrase the canonical item for speech. The first item gets an intro; later items carry prior feedback forward.</a:t>
            </a:r>
          </a:p>
        </p:txBody>
      </p:sp>
      <p:sp>
        <p:nvSpPr>
          <p:cNvPr id="15" name="quiz-flow-generator">
            <a:extLst xmlns:a="http://schemas.openxmlformats.org/drawingml/2006/main">
              <a:ext uri="{FF2B5EF4-FFF2-40B4-BE49-F238E27FC236}">
                <a16:creationId xmlns:a16="http://schemas.microsoft.com/office/drawing/2014/main" id="{2DD477DE-BED4-4580-81BA-08AC946BFB0D}"/>
              </a:ext>
            </a:extLst>
          </p:cNvPr>
          <p:cNvSpPr>
            <a:spLocks xmlns:a="http://schemas.openxmlformats.org/drawingml/2006/main" noGrp="1"/>
          </p:cNvSpPr>
          <p:nvPr/>
        </p:nvSpPr>
        <p:spPr>
          <a:xfrm xmlns:a="http://schemas.openxmlformats.org/drawingml/2006/main">
            <a:off x="514350" y="4438650"/>
            <a:ext cx="2047875" cy="685800"/>
          </a:xfrm>
          <a:prstGeom xmlns:a="http://schemas.openxmlformats.org/drawingml/2006/main" prst="roundRect">
            <a:avLst>
              <a:gd name="adj" fmla="val 13889"/>
            </a:avLst>
          </a:prstGeom>
          <a:solidFill xmlns:a="http://schemas.openxmlformats.org/drawingml/2006/main">
            <a:srgbClr val="172238"/>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Problem</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generator</a:t>
            </a:r>
          </a:p>
        </p:txBody>
      </p:sp>
      <p:sp>
        <p:nvSpPr>
          <p:cNvPr id="16" name="quiz-flow-ask">
            <a:extLst xmlns:a="http://schemas.openxmlformats.org/drawingml/2006/main">
              <a:ext uri="{FF2B5EF4-FFF2-40B4-BE49-F238E27FC236}">
                <a16:creationId xmlns:a16="http://schemas.microsoft.com/office/drawing/2014/main" id="{4EE258D7-0A52-4A26-A4E6-5366CF06A126}"/>
              </a:ext>
            </a:extLst>
          </p:cNvPr>
          <p:cNvSpPr>
            <a:spLocks xmlns:a="http://schemas.openxmlformats.org/drawingml/2006/main" noGrp="1"/>
          </p:cNvSpPr>
          <p:nvPr/>
        </p:nvSpPr>
        <p:spPr>
          <a:xfrm xmlns:a="http://schemas.openxmlformats.org/drawingml/2006/main">
            <a:off x="2790825" y="4438650"/>
            <a:ext cx="2047875" cy="685800"/>
          </a:xfrm>
          <a:prstGeom xmlns:a="http://schemas.openxmlformats.org/drawingml/2006/main" prst="roundRect">
            <a:avLst>
              <a:gd name="adj" fmla="val 13889"/>
            </a:avLst>
          </a:prstGeom>
          <a:solidFill xmlns:a="http://schemas.openxmlformats.org/drawingml/2006/main">
            <a:srgbClr val="172238"/>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Quiz Ask</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current item</a:t>
            </a:r>
          </a:p>
        </p:txBody>
      </p:sp>
      <p:sp>
        <p:nvSpPr>
          <p:cNvPr id="17" name="quiz-flow-accessibility">
            <a:extLst xmlns:a="http://schemas.openxmlformats.org/drawingml/2006/main">
              <a:ext uri="{FF2B5EF4-FFF2-40B4-BE49-F238E27FC236}">
                <a16:creationId xmlns:a16="http://schemas.microsoft.com/office/drawing/2014/main" id="{1132C1CC-F39F-4FC7-98E9-D99F6A8DA2E0}"/>
              </a:ext>
            </a:extLst>
          </p:cNvPr>
          <p:cNvSpPr>
            <a:spLocks xmlns:a="http://schemas.openxmlformats.org/drawingml/2006/main" noGrp="1"/>
          </p:cNvSpPr>
          <p:nvPr/>
        </p:nvSpPr>
        <p:spPr>
          <a:xfrm xmlns:a="http://schemas.openxmlformats.org/drawingml/2006/main">
            <a:off x="5067300" y="4438650"/>
            <a:ext cx="2047875" cy="685800"/>
          </a:xfrm>
          <a:prstGeom xmlns:a="http://schemas.openxmlformats.org/drawingml/2006/main" prst="roundRect">
            <a:avLst>
              <a:gd name="adj" fmla="val 13889"/>
            </a:avLst>
          </a:prstGeom>
          <a:solidFill xmlns:a="http://schemas.openxmlformats.org/drawingml/2006/main">
            <a:srgbClr val="292643"/>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Accessibility</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output gate</a:t>
            </a:r>
          </a:p>
        </p:txBody>
      </p:sp>
      <p:sp>
        <p:nvSpPr>
          <p:cNvPr id="18" name="quiz-flow-wait">
            <a:extLst xmlns:a="http://schemas.openxmlformats.org/drawingml/2006/main">
              <a:ext uri="{FF2B5EF4-FFF2-40B4-BE49-F238E27FC236}">
                <a16:creationId xmlns:a16="http://schemas.microsoft.com/office/drawing/2014/main" id="{DEE0AE24-E096-44D6-9985-2015C290D4FD}"/>
              </a:ext>
            </a:extLst>
          </p:cNvPr>
          <p:cNvSpPr>
            <a:spLocks xmlns:a="http://schemas.openxmlformats.org/drawingml/2006/main" noGrp="1"/>
          </p:cNvSpPr>
          <p:nvPr/>
        </p:nvSpPr>
        <p:spPr>
          <a:xfrm xmlns:a="http://schemas.openxmlformats.org/drawingml/2006/main">
            <a:off x="7343775" y="4438650"/>
            <a:ext cx="2047875" cy="685800"/>
          </a:xfrm>
          <a:prstGeom xmlns:a="http://schemas.openxmlformats.org/drawingml/2006/main" prst="roundRect">
            <a:avLst>
              <a:gd name="adj" fmla="val 13889"/>
            </a:avLst>
          </a:prstGeom>
          <a:solidFill xmlns:a="http://schemas.openxmlformats.org/drawingml/2006/main">
            <a:srgbClr val="1B2D36"/>
          </a:solidFill>
          <a:ln xmlns:a="http://schemas.openxmlformats.org/drawingml/2006/main" w="13335">
            <a:solidFill>
              <a:srgbClr val="37C9C4"/>
            </a:solidFill>
            <a:prstDash val="solid"/>
          </a:ln>
        </p:spPr>
        <p:txBody>
          <a:bodyPr xmlns:a="http://schemas.openxmlformats.org/drawingml/2006/main" wrap="square" lIns="66675" tIns="38100" rIns="66675" bIns="38100" anchor="ctr">
            <a:noAutofit/>
          </a:bodyPr>
          <a:lstStyle xmlns:a="http://schemas.openxmlformats.org/drawingml/2006/main">
            <a:defPPr algn="ctr">
              <a:defRPr sz="1200" b="1">
                <a:solidFill>
                  <a:srgbClr val="F5F7FC"/>
                </a:solidFill>
                <a:latin typeface="Segoe UI"/>
                <a:ea typeface="Segoe UI"/>
                <a:cs typeface="Segoe UI"/>
              </a:defRPr>
            </a:defPPr>
            <a:lvl1pPr algn="ctr">
              <a:defRPr sz="1200" b="1">
                <a:solidFill>
                  <a:srgbClr val="F5F7FC"/>
                </a:solidFill>
                <a:latin typeface="Segoe UI"/>
                <a:ea typeface="Segoe UI"/>
                <a:cs typeface="Segoe UI"/>
              </a:defRPr>
            </a:lvl1pPr>
            <a:lvl2pPr algn="ctr">
              <a:defRPr sz="1200" b="1">
                <a:solidFill>
                  <a:srgbClr val="F5F7FC"/>
                </a:solidFill>
                <a:latin typeface="Segoe UI"/>
                <a:ea typeface="Segoe UI"/>
                <a:cs typeface="Segoe UI"/>
              </a:defRPr>
            </a:lvl2pPr>
            <a:lvl3pPr algn="ctr">
              <a:defRPr sz="1200" b="1">
                <a:solidFill>
                  <a:srgbClr val="F5F7FC"/>
                </a:solidFill>
                <a:latin typeface="Segoe UI"/>
                <a:ea typeface="Segoe UI"/>
                <a:cs typeface="Segoe UI"/>
              </a:defRPr>
            </a:lvl3pPr>
            <a:lvl4pPr algn="ctr">
              <a:defRPr sz="1200" b="1">
                <a:solidFill>
                  <a:srgbClr val="F5F7FC"/>
                </a:solidFill>
                <a:latin typeface="Segoe UI"/>
                <a:ea typeface="Segoe UI"/>
                <a:cs typeface="Segoe UI"/>
              </a:defRPr>
            </a:lvl4pPr>
            <a:lvl5pPr algn="ctr">
              <a:defRPr sz="1200" b="1">
                <a:solidFill>
                  <a:srgbClr val="F5F7FC"/>
                </a:solidFill>
                <a:latin typeface="Segoe UI"/>
                <a:ea typeface="Segoe UI"/>
                <a:cs typeface="Segoe UI"/>
              </a:defRPr>
            </a:lvl5pPr>
            <a:lvl6pPr algn="ctr">
              <a:defRPr sz="1200" b="1">
                <a:solidFill>
                  <a:srgbClr val="F5F7FC"/>
                </a:solidFill>
                <a:latin typeface="Segoe UI"/>
                <a:ea typeface="Segoe UI"/>
                <a:cs typeface="Segoe UI"/>
              </a:defRPr>
            </a:lvl6pPr>
            <a:lvl7pPr algn="ctr">
              <a:defRPr sz="1200" b="1">
                <a:solidFill>
                  <a:srgbClr val="F5F7FC"/>
                </a:solidFill>
                <a:latin typeface="Segoe UI"/>
                <a:ea typeface="Segoe UI"/>
                <a:cs typeface="Segoe UI"/>
              </a:defRPr>
            </a:lvl7pPr>
            <a:lvl8pPr algn="ctr">
              <a:defRPr sz="1200" b="1">
                <a:solidFill>
                  <a:srgbClr val="F5F7FC"/>
                </a:solidFill>
                <a:latin typeface="Segoe UI"/>
                <a:ea typeface="Segoe UI"/>
                <a:cs typeface="Segoe UI"/>
              </a:defRPr>
            </a:lvl8pPr>
            <a:lvl9pPr algn="ctr">
              <a:defRPr sz="1200" b="1">
                <a:solidFill>
                  <a:srgbClr val="F5F7FC"/>
                </a:solidFill>
                <a:latin typeface="Segoe UI"/>
                <a:ea typeface="Segoe UI"/>
                <a:cs typeface="Segoe UI"/>
              </a:defRPr>
            </a:lvl9pPr>
          </a:lstStyle>
          <a:p xmlns:a="http://schemas.openxmlformats.org/drawingml/2006/main">
            <a:pPr algn="ctr">
              <a:defRPr sz="1200" b="1">
                <a:solidFill>
                  <a:srgbClr val="F5F7FC"/>
                </a:solidFill>
                <a:latin typeface="Segoe UI"/>
                <a:ea typeface="Segoe UI"/>
                <a:cs typeface="Segoe UI"/>
              </a:defRPr>
            </a:pPr>
            <a:r>
              <a:rPr sz="1200" b="1">
                <a:solidFill>
                  <a:srgbClr val="F5F7FC"/>
                </a:solidFill>
                <a:latin typeface="Segoe UI"/>
                <a:ea typeface="Segoe UI"/>
                <a:cs typeface="Segoe UI"/>
              </a:rPr>
              <a:t>Deliver &amp; wait</a:t>
            </a:r>
          </a:p>
          <a:p xmlns:a="http://schemas.openxmlformats.org/drawingml/2006/main">
            <a:pPr algn="ctr">
              <a:defRPr sz="1200" b="1">
                <a:solidFill>
                  <a:srgbClr val="F5F7FC"/>
                </a:solidFill>
                <a:latin typeface="Segoe UI"/>
                <a:ea typeface="Segoe UI"/>
                <a:cs typeface="Segoe UI"/>
              </a:defRPr>
            </a:pPr>
            <a:r>
              <a:rPr sz="1200" b="1">
                <a:solidFill>
                  <a:srgbClr val="F5F7FC"/>
                </a:solidFill>
                <a:latin typeface="Segoe UI"/>
                <a:ea typeface="Segoe UI"/>
                <a:cs typeface="Segoe UI"/>
              </a:rPr>
              <a:t>for learner answer</a:t>
            </a:r>
          </a:p>
        </p:txBody>
      </p:sp>
      <p:sp>
        <p:nvSpPr>
          <p:cNvPr id="19" name="quiz-flow-next-turn">
            <a:extLst xmlns:a="http://schemas.openxmlformats.org/drawingml/2006/main">
              <a:ext uri="{FF2B5EF4-FFF2-40B4-BE49-F238E27FC236}">
                <a16:creationId xmlns:a16="http://schemas.microsoft.com/office/drawing/2014/main" id="{237DA074-93BC-49BD-9A52-F9E6BA034EB3}"/>
              </a:ext>
            </a:extLst>
          </p:cNvPr>
          <p:cNvSpPr>
            <a:spLocks xmlns:a="http://schemas.openxmlformats.org/drawingml/2006/main" noGrp="1"/>
          </p:cNvSpPr>
          <p:nvPr/>
        </p:nvSpPr>
        <p:spPr>
          <a:xfrm xmlns:a="http://schemas.openxmlformats.org/drawingml/2006/main">
            <a:off x="9620250" y="4438650"/>
            <a:ext cx="2047875" cy="685800"/>
          </a:xfrm>
          <a:prstGeom xmlns:a="http://schemas.openxmlformats.org/drawingml/2006/main" prst="roundRect">
            <a:avLst>
              <a:gd name="adj" fmla="val 13889"/>
            </a:avLst>
          </a:prstGeom>
          <a:solidFill xmlns:a="http://schemas.openxmlformats.org/drawingml/2006/main">
            <a:srgbClr val="11192A"/>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Next turn</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 scoring</a:t>
            </a:r>
          </a:p>
        </p:txBody>
      </p:sp>
      <p:sp>
        <p:nvSpPr>
          <p:cNvPr id="24" name="quiz-question-contract">
            <a:extLst xmlns:a="http://schemas.openxmlformats.org/drawingml/2006/main">
              <a:ext uri="{FF2B5EF4-FFF2-40B4-BE49-F238E27FC236}">
                <a16:creationId xmlns:a16="http://schemas.microsoft.com/office/drawing/2014/main" id="{AF423A8A-BB38-4635-9BB7-A89792AD3157}"/>
              </a:ext>
            </a:extLst>
          </p:cNvPr>
          <p:cNvSpPr>
            <a:spLocks xmlns:a="http://schemas.openxmlformats.org/drawingml/2006/main" noGrp="1"/>
          </p:cNvSpPr>
          <p:nvPr/>
        </p:nvSpPr>
        <p:spPr>
          <a:xfrm xmlns:a="http://schemas.openxmlformats.org/drawingml/2006/main">
            <a:off x="514350" y="5324475"/>
            <a:ext cx="11163300" cy="723900"/>
          </a:xfrm>
          <a:prstGeom xmlns:a="http://schemas.openxmlformats.org/drawingml/2006/main" prst="roundRect">
            <a:avLst>
              <a:gd name="adj" fmla="val 13158"/>
            </a:avLst>
          </a:prstGeom>
          <a:solidFill xmlns:a="http://schemas.openxmlformats.org/drawingml/2006/main">
            <a:srgbClr val="101827"/>
          </a:solidFill>
          <a:ln xmlns:a="http://schemas.openxmlformats.org/drawingml/2006/main" w="11430">
            <a:solidFill>
              <a:srgbClr val="344258"/>
            </a:solidFill>
            <a:prstDash val="dash"/>
          </a:ln>
        </p:spPr>
      </p:sp>
      <p:sp>
        <p:nvSpPr>
          <p:cNvPr id="25" name="quiz-contract-title">
            <a:extLst xmlns:a="http://schemas.openxmlformats.org/drawingml/2006/main">
              <a:ext uri="{FF2B5EF4-FFF2-40B4-BE49-F238E27FC236}">
                <a16:creationId xmlns:a16="http://schemas.microsoft.com/office/drawing/2014/main" id="{4D4E7BDC-B3AC-4424-9231-988ED5340CCC}"/>
              </a:ext>
            </a:extLst>
          </p:cNvPr>
          <p:cNvSpPr>
            <a:spLocks xmlns:a="http://schemas.openxmlformats.org/drawingml/2006/main" noGrp="1"/>
          </p:cNvSpPr>
          <p:nvPr/>
        </p:nvSpPr>
        <p:spPr>
          <a:xfrm xmlns:a="http://schemas.openxmlformats.org/drawingml/2006/main">
            <a:off x="704850" y="5448300"/>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QUESTION STATE</a:t>
            </a:r>
          </a:p>
        </p:txBody>
      </p:sp>
      <p:sp>
        <p:nvSpPr>
          <p:cNvPr id="26" name="quiz-contract-body">
            <a:extLst xmlns:a="http://schemas.openxmlformats.org/drawingml/2006/main">
              <a:ext uri="{FF2B5EF4-FFF2-40B4-BE49-F238E27FC236}">
                <a16:creationId xmlns:a16="http://schemas.microsoft.com/office/drawing/2014/main" id="{5430F040-7D99-4DF5-80A3-18EB69BEA7A0}"/>
              </a:ext>
            </a:extLst>
          </p:cNvPr>
          <p:cNvSpPr>
            <a:spLocks xmlns:a="http://schemas.openxmlformats.org/drawingml/2006/main" noGrp="1"/>
          </p:cNvSpPr>
          <p:nvPr/>
        </p:nvSpPr>
        <p:spPr>
          <a:xfrm xmlns:a="http://schemas.openxmlformats.org/drawingml/2006/main">
            <a:off x="2324100" y="5419725"/>
            <a:ext cx="9086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quiz_question(s) carry question_id · text · type · options · expected_answer · rubric · source_indices · explanation · concept_id · difficulty. The canonical expected answer stays in state for scoring.</a:t>
            </a:r>
          </a:p>
        </p:txBody>
      </p:sp>
    </p:spTree>
    <p:extLst>
      <p:ext uri="{BB962C8B-B14F-4D97-AF65-F5344CB8AC3E}">
        <p14:creationId xmlns:p14="http://schemas.microsoft.com/office/powerpoint/2010/main" val="1940957"/>
      </p:ext>
    </p:extLst>
  </p:cSld>
</p:sld>
</file>

<file path=ppt/slides/slide5.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26693CFE-D04C-4133-B8EB-ADF7B19F6D75}"/>
              </a:ext>
            </a:extLst>
          </p:cNvPr>
          <p:cNvCxnSpPr>
            <a:stCxn xmlns:a="http://schemas.openxmlformats.org/drawingml/2006/main" id="15" idx="3"/>
            <a:endCxn xmlns:a="http://schemas.openxmlformats.org/drawingml/2006/main" id="19" idx="1"/>
          </p:cNvCxnSpPr>
          <p:nvPr/>
        </p:nvCxnSpPr>
        <p:spPr>
          <a:xfrm xmlns:a="http://schemas.openxmlformats.org/drawingml/2006/main">
            <a:off x="6705600" y="5086350"/>
            <a:ext cx="381000" cy="0"/>
          </a:xfrm>
          <a:prstGeom xmlns:a="http://schemas.openxmlformats.org/drawingml/2006/main" prst="straightConnector1">
            <a:avLst/>
          </a:prstGeom>
          <a:ln xmlns:a="http://schemas.openxmlformats.org/drawingml/2006/main" w="17145">
            <a:solidFill>
              <a:srgbClr val="D4ED50"/>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A80D7CAD-E9B5-4511-8F6A-091F8488D67C}"/>
              </a:ext>
            </a:extLst>
          </p:cNvPr>
          <p:cNvCxnSpPr>
            <a:stCxn xmlns:a="http://schemas.openxmlformats.org/drawingml/2006/main" id="15" idx="1"/>
            <a:endCxn xmlns:a="http://schemas.openxmlformats.org/drawingml/2006/main" id="16" idx="3"/>
          </p:cNvCxnSpPr>
          <p:nvPr/>
        </p:nvCxnSpPr>
        <p:spPr>
          <a:xfrm xmlns:a="http://schemas.openxmlformats.org/drawingml/2006/main" flipH="1">
            <a:off x="3752850" y="5086350"/>
            <a:ext cx="381000" cy="0"/>
          </a:xfrm>
          <a:prstGeom xmlns:a="http://schemas.openxmlformats.org/drawingml/2006/main" prst="straightConnector1">
            <a:avLst/>
          </a:prstGeom>
          <a:ln xmlns:a="http://schemas.openxmlformats.org/drawingml/2006/main" w="17145">
            <a:solidFill>
              <a:srgbClr val="FF7F91"/>
            </a:solidFill>
            <a:prstDash val="solid"/>
            <a:tailEnd type="triangle" w="sm" len="sm"/>
          </a:ln>
        </p:spPr>
      </p:cxnSp>
      <p:sp>
        <p:nvSpPr>
          <p:cNvPr id="27" name="eyebrow-05  /  SCORING DETAIL">
            <a:extLst xmlns:a="http://schemas.openxmlformats.org/drawingml/2006/main">
              <a:ext uri="{FF2B5EF4-FFF2-40B4-BE49-F238E27FC236}">
                <a16:creationId xmlns:a16="http://schemas.microsoft.com/office/drawing/2014/main" id="{71F4CE65-F6EF-4EA6-B002-2F4A6A961B99}"/>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05  /  SCORING DETAIL</a:t>
            </a:r>
          </a:p>
        </p:txBody>
      </p:sp>
      <p:sp>
        <p:nvSpPr>
          <p:cNvPr id="2" name="title-05  /  SCORING DETAIL">
            <a:extLst xmlns:a="http://schemas.openxmlformats.org/drawingml/2006/main">
              <a:ext uri="{FF2B5EF4-FFF2-40B4-BE49-F238E27FC236}">
                <a16:creationId xmlns:a16="http://schemas.microsoft.com/office/drawing/2014/main" id="{2DEDB0D3-B8AB-47C4-A560-5B68E39CCFD8}"/>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How Each Quiz Answer Is Scored</a:t>
            </a:r>
          </a:p>
        </p:txBody>
      </p:sp>
      <p:sp>
        <p:nvSpPr>
          <p:cNvPr id="3" name="subtitle-05  /  SCORING DETAIL">
            <a:extLst xmlns:a="http://schemas.openxmlformats.org/drawingml/2006/main">
              <a:ext uri="{FF2B5EF4-FFF2-40B4-BE49-F238E27FC236}">
                <a16:creationId xmlns:a16="http://schemas.microsoft.com/office/drawing/2014/main" id="{DCD1E24B-A92E-49D1-86B7-2E3480F5C31E}"/>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scorer produces a 0–1 attempt score; the retry gate and concept mastery model use that evidence differently.</a:t>
            </a:r>
          </a:p>
        </p:txBody>
      </p:sp>
      <p:sp>
        <p:nvSpPr>
          <p:cNvPr id="4" name="mcq-scoring-path-frame">
            <a:extLst xmlns:a="http://schemas.openxmlformats.org/drawingml/2006/main">
              <a:ext uri="{FF2B5EF4-FFF2-40B4-BE49-F238E27FC236}">
                <a16:creationId xmlns:a16="http://schemas.microsoft.com/office/drawing/2014/main" id="{B9B9459B-004B-42C3-844F-A97CC8D1D84B}"/>
              </a:ext>
            </a:extLst>
          </p:cNvPr>
          <p:cNvSpPr>
            <a:spLocks xmlns:a="http://schemas.openxmlformats.org/drawingml/2006/main" noGrp="1"/>
          </p:cNvSpPr>
          <p:nvPr/>
        </p:nvSpPr>
        <p:spPr>
          <a:xfrm xmlns:a="http://schemas.openxmlformats.org/drawingml/2006/main">
            <a:off x="514350" y="1562100"/>
            <a:ext cx="5353050" cy="1695450"/>
          </a:xfrm>
          <a:prstGeom xmlns:a="http://schemas.openxmlformats.org/drawingml/2006/main" prst="roundRect">
            <a:avLst>
              <a:gd name="adj" fmla="val 6742"/>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5" name="mcq-scoring-path-heading">
            <a:extLst xmlns:a="http://schemas.openxmlformats.org/drawingml/2006/main">
              <a:ext uri="{FF2B5EF4-FFF2-40B4-BE49-F238E27FC236}">
                <a16:creationId xmlns:a16="http://schemas.microsoft.com/office/drawing/2014/main" id="{5DF93831-6BF9-49E7-AB5E-33270AAC88A0}"/>
              </a:ext>
            </a:extLst>
          </p:cNvPr>
          <p:cNvSpPr>
            <a:spLocks xmlns:a="http://schemas.openxmlformats.org/drawingml/2006/main" noGrp="1"/>
          </p:cNvSpPr>
          <p:nvPr/>
        </p:nvSpPr>
        <p:spPr>
          <a:xfrm xmlns:a="http://schemas.openxmlformats.org/drawingml/2006/main">
            <a:off x="647700" y="1676400"/>
            <a:ext cx="5086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PATH A · MULTIPLE CHOICE</a:t>
            </a:r>
          </a:p>
        </p:txBody>
      </p:sp>
      <p:sp>
        <p:nvSpPr>
          <p:cNvPr id="6" name="mcq-scoring-steps">
            <a:extLst xmlns:a="http://schemas.openxmlformats.org/drawingml/2006/main">
              <a:ext uri="{FF2B5EF4-FFF2-40B4-BE49-F238E27FC236}">
                <a16:creationId xmlns:a16="http://schemas.microsoft.com/office/drawing/2014/main" id="{E2A49012-F02C-45F3-AA32-2790356244B5}"/>
              </a:ext>
            </a:extLst>
          </p:cNvPr>
          <p:cNvSpPr>
            <a:spLocks xmlns:a="http://schemas.openxmlformats.org/drawingml/2006/main" noGrp="1"/>
          </p:cNvSpPr>
          <p:nvPr/>
        </p:nvSpPr>
        <p:spPr>
          <a:xfrm xmlns:a="http://schemas.openxmlformats.org/drawingml/2006/main">
            <a:off x="723900" y="1952625"/>
            <a:ext cx="49339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a:solidFill>
                  <a:srgbClr val="CFD7E6"/>
                </a:solidFill>
                <a:latin typeface="Segoe UI"/>
                <a:ea typeface="Segoe UI"/>
                <a:cs typeface="Segoe UI"/>
              </a:defRPr>
            </a:defPPr>
            <a:lvl1pPr algn="l">
              <a:defRPr sz="1200">
                <a:solidFill>
                  <a:srgbClr val="CFD7E6"/>
                </a:solidFill>
                <a:latin typeface="Segoe UI"/>
                <a:ea typeface="Segoe UI"/>
                <a:cs typeface="Segoe UI"/>
              </a:defRPr>
            </a:lvl1pPr>
            <a:lvl2pPr algn="l">
              <a:defRPr sz="1200">
                <a:solidFill>
                  <a:srgbClr val="CFD7E6"/>
                </a:solidFill>
                <a:latin typeface="Segoe UI"/>
                <a:ea typeface="Segoe UI"/>
                <a:cs typeface="Segoe UI"/>
              </a:defRPr>
            </a:lvl2pPr>
            <a:lvl3pPr algn="l">
              <a:defRPr sz="1200">
                <a:solidFill>
                  <a:srgbClr val="CFD7E6"/>
                </a:solidFill>
                <a:latin typeface="Segoe UI"/>
                <a:ea typeface="Segoe UI"/>
                <a:cs typeface="Segoe UI"/>
              </a:defRPr>
            </a:lvl3pPr>
            <a:lvl4pPr algn="l">
              <a:defRPr sz="1200">
                <a:solidFill>
                  <a:srgbClr val="CFD7E6"/>
                </a:solidFill>
                <a:latin typeface="Segoe UI"/>
                <a:ea typeface="Segoe UI"/>
                <a:cs typeface="Segoe UI"/>
              </a:defRPr>
            </a:lvl4pPr>
            <a:lvl5pPr algn="l">
              <a:defRPr sz="1200">
                <a:solidFill>
                  <a:srgbClr val="CFD7E6"/>
                </a:solidFill>
                <a:latin typeface="Segoe UI"/>
                <a:ea typeface="Segoe UI"/>
                <a:cs typeface="Segoe UI"/>
              </a:defRPr>
            </a:lvl5pPr>
            <a:lvl6pPr algn="l">
              <a:defRPr sz="1200">
                <a:solidFill>
                  <a:srgbClr val="CFD7E6"/>
                </a:solidFill>
                <a:latin typeface="Segoe UI"/>
                <a:ea typeface="Segoe UI"/>
                <a:cs typeface="Segoe UI"/>
              </a:defRPr>
            </a:lvl6pPr>
            <a:lvl7pPr algn="l">
              <a:defRPr sz="1200">
                <a:solidFill>
                  <a:srgbClr val="CFD7E6"/>
                </a:solidFill>
                <a:latin typeface="Segoe UI"/>
                <a:ea typeface="Segoe UI"/>
                <a:cs typeface="Segoe UI"/>
              </a:defRPr>
            </a:lvl7pPr>
            <a:lvl8pPr algn="l">
              <a:defRPr sz="1200">
                <a:solidFill>
                  <a:srgbClr val="CFD7E6"/>
                </a:solidFill>
                <a:latin typeface="Segoe UI"/>
                <a:ea typeface="Segoe UI"/>
                <a:cs typeface="Segoe UI"/>
              </a:defRPr>
            </a:lvl8pPr>
            <a:lvl9pPr algn="l">
              <a:defRPr sz="1200">
                <a:solidFill>
                  <a:srgbClr val="CFD7E6"/>
                </a:solidFill>
                <a:latin typeface="Segoe UI"/>
                <a:ea typeface="Segoe UI"/>
                <a:cs typeface="Segoe UI"/>
              </a:defRPr>
            </a:lvl9pPr>
          </a:lstStyle>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1. Match a leading A–D choice to the expected option.</a:t>
            </a:r>
          </a:p>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2. A clear same-language option-text match can also earn credit.</a:t>
            </a:r>
          </a:p>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3. Ambiguous or cross-language wording falls back to rubric grading.</a:t>
            </a:r>
          </a:p>
        </p:txBody>
      </p:sp>
      <p:sp>
        <p:nvSpPr>
          <p:cNvPr id="7" name="mcq-scoring-result">
            <a:extLst xmlns:a="http://schemas.openxmlformats.org/drawingml/2006/main">
              <a:ext uri="{FF2B5EF4-FFF2-40B4-BE49-F238E27FC236}">
                <a16:creationId xmlns:a16="http://schemas.microsoft.com/office/drawing/2014/main" id="{F67B252A-2CCC-4258-B03C-CE7BF7CB9EF2}"/>
              </a:ext>
            </a:extLst>
          </p:cNvPr>
          <p:cNvSpPr>
            <a:spLocks xmlns:a="http://schemas.openxmlformats.org/drawingml/2006/main" noGrp="1"/>
          </p:cNvSpPr>
          <p:nvPr/>
        </p:nvSpPr>
        <p:spPr>
          <a:xfrm xmlns:a="http://schemas.openxmlformats.org/drawingml/2006/main">
            <a:off x="723900" y="2905125"/>
            <a:ext cx="49339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38" b="1">
                <a:solidFill>
                  <a:srgbClr val="37C9C4"/>
                </a:solidFill>
                <a:latin typeface="Segoe UI"/>
                <a:ea typeface="Segoe UI"/>
                <a:cs typeface="Segoe UI"/>
              </a:defRPr>
            </a:defPPr>
            <a:lvl1pPr algn="l">
              <a:defRPr sz="1238" b="1">
                <a:solidFill>
                  <a:srgbClr val="37C9C4"/>
                </a:solidFill>
                <a:latin typeface="Segoe UI"/>
                <a:ea typeface="Segoe UI"/>
                <a:cs typeface="Segoe UI"/>
              </a:defRPr>
            </a:lvl1pPr>
            <a:lvl2pPr algn="l">
              <a:defRPr sz="1238" b="1">
                <a:solidFill>
                  <a:srgbClr val="37C9C4"/>
                </a:solidFill>
                <a:latin typeface="Segoe UI"/>
                <a:ea typeface="Segoe UI"/>
                <a:cs typeface="Segoe UI"/>
              </a:defRPr>
            </a:lvl2pPr>
            <a:lvl3pPr algn="l">
              <a:defRPr sz="1238" b="1">
                <a:solidFill>
                  <a:srgbClr val="37C9C4"/>
                </a:solidFill>
                <a:latin typeface="Segoe UI"/>
                <a:ea typeface="Segoe UI"/>
                <a:cs typeface="Segoe UI"/>
              </a:defRPr>
            </a:lvl3pPr>
            <a:lvl4pPr algn="l">
              <a:defRPr sz="1238" b="1">
                <a:solidFill>
                  <a:srgbClr val="37C9C4"/>
                </a:solidFill>
                <a:latin typeface="Segoe UI"/>
                <a:ea typeface="Segoe UI"/>
                <a:cs typeface="Segoe UI"/>
              </a:defRPr>
            </a:lvl4pPr>
            <a:lvl5pPr algn="l">
              <a:defRPr sz="1238" b="1">
                <a:solidFill>
                  <a:srgbClr val="37C9C4"/>
                </a:solidFill>
                <a:latin typeface="Segoe UI"/>
                <a:ea typeface="Segoe UI"/>
                <a:cs typeface="Segoe UI"/>
              </a:defRPr>
            </a:lvl5pPr>
            <a:lvl6pPr algn="l">
              <a:defRPr sz="1238" b="1">
                <a:solidFill>
                  <a:srgbClr val="37C9C4"/>
                </a:solidFill>
                <a:latin typeface="Segoe UI"/>
                <a:ea typeface="Segoe UI"/>
                <a:cs typeface="Segoe UI"/>
              </a:defRPr>
            </a:lvl6pPr>
            <a:lvl7pPr algn="l">
              <a:defRPr sz="1238" b="1">
                <a:solidFill>
                  <a:srgbClr val="37C9C4"/>
                </a:solidFill>
                <a:latin typeface="Segoe UI"/>
                <a:ea typeface="Segoe UI"/>
                <a:cs typeface="Segoe UI"/>
              </a:defRPr>
            </a:lvl7pPr>
            <a:lvl8pPr algn="l">
              <a:defRPr sz="1238" b="1">
                <a:solidFill>
                  <a:srgbClr val="37C9C4"/>
                </a:solidFill>
                <a:latin typeface="Segoe UI"/>
                <a:ea typeface="Segoe UI"/>
                <a:cs typeface="Segoe UI"/>
              </a:defRPr>
            </a:lvl8pPr>
            <a:lvl9pPr algn="l">
              <a:defRPr sz="1238" b="1">
                <a:solidFill>
                  <a:srgbClr val="37C9C4"/>
                </a:solidFill>
                <a:latin typeface="Segoe UI"/>
                <a:ea typeface="Segoe UI"/>
                <a:cs typeface="Segoe UI"/>
              </a:defRPr>
            </a:lvl9pPr>
          </a:lstStyle>
          <a:p xmlns:a="http://schemas.openxmlformats.org/drawingml/2006/main">
            <a:pPr algn="l">
              <a:defRPr sz="1238" b="1">
                <a:solidFill>
                  <a:srgbClr val="37C9C4"/>
                </a:solidFill>
                <a:latin typeface="Segoe UI"/>
                <a:ea typeface="Segoe UI"/>
                <a:cs typeface="Segoe UI"/>
              </a:defRPr>
            </a:pPr>
            <a:r>
              <a:rPr sz="1238" b="1">
                <a:solidFill>
                  <a:srgbClr val="37C9C4"/>
                </a:solidFill>
                <a:latin typeface="Segoe UI"/>
                <a:ea typeface="Segoe UI"/>
                <a:cs typeface="Segoe UI"/>
              </a:rPr>
              <a:t>Exact match → 1.0   ·   Wrong choice → 0.0</a:t>
            </a:r>
          </a:p>
        </p:txBody>
      </p:sp>
      <p:sp>
        <p:nvSpPr>
          <p:cNvPr id="8" name="spoken-scoring-path-frame">
            <a:extLst xmlns:a="http://schemas.openxmlformats.org/drawingml/2006/main">
              <a:ext uri="{FF2B5EF4-FFF2-40B4-BE49-F238E27FC236}">
                <a16:creationId xmlns:a16="http://schemas.microsoft.com/office/drawing/2014/main" id="{F1E8971F-A24F-495B-B88F-90DF276EB0C9}"/>
              </a:ext>
            </a:extLst>
          </p:cNvPr>
          <p:cNvSpPr>
            <a:spLocks xmlns:a="http://schemas.openxmlformats.org/drawingml/2006/main" noGrp="1"/>
          </p:cNvSpPr>
          <p:nvPr/>
        </p:nvSpPr>
        <p:spPr>
          <a:xfrm xmlns:a="http://schemas.openxmlformats.org/drawingml/2006/main">
            <a:off x="6076950" y="1562100"/>
            <a:ext cx="5600700" cy="1695450"/>
          </a:xfrm>
          <a:prstGeom xmlns:a="http://schemas.openxmlformats.org/drawingml/2006/main" prst="roundRect">
            <a:avLst>
              <a:gd name="adj" fmla="val 6742"/>
            </a:avLst>
          </a:prstGeom>
          <a:solidFill xmlns:a="http://schemas.openxmlformats.org/drawingml/2006/main">
            <a:srgbClr val="0E1525">
              <a:alpha val="80000"/>
            </a:srgbClr>
          </a:solidFill>
          <a:ln xmlns:a="http://schemas.openxmlformats.org/drawingml/2006/main" w="14288">
            <a:solidFill>
              <a:srgbClr val="A38AFF"/>
            </a:solidFill>
            <a:prstDash val="dash"/>
          </a:ln>
        </p:spPr>
      </p:sp>
      <p:sp>
        <p:nvSpPr>
          <p:cNvPr id="9" name="spoken-scoring-path-heading">
            <a:extLst xmlns:a="http://schemas.openxmlformats.org/drawingml/2006/main">
              <a:ext uri="{FF2B5EF4-FFF2-40B4-BE49-F238E27FC236}">
                <a16:creationId xmlns:a16="http://schemas.microsoft.com/office/drawing/2014/main" id="{DCF157FE-FC23-4219-A02F-E635A74BCFA2}"/>
              </a:ext>
            </a:extLst>
          </p:cNvPr>
          <p:cNvSpPr>
            <a:spLocks xmlns:a="http://schemas.openxmlformats.org/drawingml/2006/main" noGrp="1"/>
          </p:cNvSpPr>
          <p:nvPr/>
        </p:nvSpPr>
        <p:spPr>
          <a:xfrm xmlns:a="http://schemas.openxmlformats.org/drawingml/2006/main">
            <a:off x="6210300" y="16764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A38AFF"/>
                </a:solidFill>
                <a:latin typeface="Segoe UI"/>
                <a:ea typeface="Segoe UI"/>
                <a:cs typeface="Segoe UI"/>
              </a:defRPr>
            </a:defPPr>
            <a:lvl1pPr algn="l">
              <a:defRPr sz="975" b="1">
                <a:solidFill>
                  <a:srgbClr val="A38AFF"/>
                </a:solidFill>
                <a:latin typeface="Segoe UI"/>
                <a:ea typeface="Segoe UI"/>
                <a:cs typeface="Segoe UI"/>
              </a:defRPr>
            </a:lvl1pPr>
            <a:lvl2pPr algn="l">
              <a:defRPr sz="975" b="1">
                <a:solidFill>
                  <a:srgbClr val="A38AFF"/>
                </a:solidFill>
                <a:latin typeface="Segoe UI"/>
                <a:ea typeface="Segoe UI"/>
                <a:cs typeface="Segoe UI"/>
              </a:defRPr>
            </a:lvl2pPr>
            <a:lvl3pPr algn="l">
              <a:defRPr sz="975" b="1">
                <a:solidFill>
                  <a:srgbClr val="A38AFF"/>
                </a:solidFill>
                <a:latin typeface="Segoe UI"/>
                <a:ea typeface="Segoe UI"/>
                <a:cs typeface="Segoe UI"/>
              </a:defRPr>
            </a:lvl3pPr>
            <a:lvl4pPr algn="l">
              <a:defRPr sz="975" b="1">
                <a:solidFill>
                  <a:srgbClr val="A38AFF"/>
                </a:solidFill>
                <a:latin typeface="Segoe UI"/>
                <a:ea typeface="Segoe UI"/>
                <a:cs typeface="Segoe UI"/>
              </a:defRPr>
            </a:lvl4pPr>
            <a:lvl5pPr algn="l">
              <a:defRPr sz="975" b="1">
                <a:solidFill>
                  <a:srgbClr val="A38AFF"/>
                </a:solidFill>
                <a:latin typeface="Segoe UI"/>
                <a:ea typeface="Segoe UI"/>
                <a:cs typeface="Segoe UI"/>
              </a:defRPr>
            </a:lvl5pPr>
            <a:lvl6pPr algn="l">
              <a:defRPr sz="975" b="1">
                <a:solidFill>
                  <a:srgbClr val="A38AFF"/>
                </a:solidFill>
                <a:latin typeface="Segoe UI"/>
                <a:ea typeface="Segoe UI"/>
                <a:cs typeface="Segoe UI"/>
              </a:defRPr>
            </a:lvl6pPr>
            <a:lvl7pPr algn="l">
              <a:defRPr sz="975" b="1">
                <a:solidFill>
                  <a:srgbClr val="A38AFF"/>
                </a:solidFill>
                <a:latin typeface="Segoe UI"/>
                <a:ea typeface="Segoe UI"/>
                <a:cs typeface="Segoe UI"/>
              </a:defRPr>
            </a:lvl7pPr>
            <a:lvl8pPr algn="l">
              <a:defRPr sz="975" b="1">
                <a:solidFill>
                  <a:srgbClr val="A38AFF"/>
                </a:solidFill>
                <a:latin typeface="Segoe UI"/>
                <a:ea typeface="Segoe UI"/>
                <a:cs typeface="Segoe UI"/>
              </a:defRPr>
            </a:lvl8pPr>
            <a:lvl9pPr algn="l">
              <a:defRPr sz="975" b="1">
                <a:solidFill>
                  <a:srgbClr val="A38AFF"/>
                </a:solidFill>
                <a:latin typeface="Segoe UI"/>
                <a:ea typeface="Segoe UI"/>
                <a:cs typeface="Segoe UI"/>
              </a:defRPr>
            </a:lvl9pPr>
          </a:lstStyle>
          <a:p xmlns:a="http://schemas.openxmlformats.org/drawingml/2006/main">
            <a:pPr algn="l">
              <a:defRPr sz="975" b="1">
                <a:solidFill>
                  <a:srgbClr val="A38AFF"/>
                </a:solidFill>
                <a:latin typeface="Segoe UI"/>
                <a:ea typeface="Segoe UI"/>
                <a:cs typeface="Segoe UI"/>
              </a:defRPr>
            </a:pPr>
            <a:r>
              <a:rPr sz="975" b="1">
                <a:solidFill>
                  <a:srgbClr val="A38AFF"/>
                </a:solidFill>
                <a:latin typeface="Segoe UI"/>
                <a:ea typeface="Segoe UI"/>
                <a:cs typeface="Segoe UI"/>
              </a:rPr>
              <a:t>PATH B · SPOKEN / OPEN ANSWER</a:t>
            </a:r>
          </a:p>
        </p:txBody>
      </p:sp>
      <p:sp>
        <p:nvSpPr>
          <p:cNvPr id="10" name="spoken-scoring-steps">
            <a:extLst xmlns:a="http://schemas.openxmlformats.org/drawingml/2006/main">
              <a:ext uri="{FF2B5EF4-FFF2-40B4-BE49-F238E27FC236}">
                <a16:creationId xmlns:a16="http://schemas.microsoft.com/office/drawing/2014/main" id="{37F0F6F6-D6D3-4EF0-B221-1C77BC7FCD3C}"/>
              </a:ext>
            </a:extLst>
          </p:cNvPr>
          <p:cNvSpPr>
            <a:spLocks xmlns:a="http://schemas.openxmlformats.org/drawingml/2006/main" noGrp="1"/>
          </p:cNvSpPr>
          <p:nvPr/>
        </p:nvSpPr>
        <p:spPr>
          <a:xfrm xmlns:a="http://schemas.openxmlformats.org/drawingml/2006/main">
            <a:off x="6286500" y="1952625"/>
            <a:ext cx="5181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a:solidFill>
                  <a:srgbClr val="CFD7E6"/>
                </a:solidFill>
                <a:latin typeface="Segoe UI"/>
                <a:ea typeface="Segoe UI"/>
                <a:cs typeface="Segoe UI"/>
              </a:defRPr>
            </a:defPPr>
            <a:lvl1pPr algn="l">
              <a:defRPr sz="1200">
                <a:solidFill>
                  <a:srgbClr val="CFD7E6"/>
                </a:solidFill>
                <a:latin typeface="Segoe UI"/>
                <a:ea typeface="Segoe UI"/>
                <a:cs typeface="Segoe UI"/>
              </a:defRPr>
            </a:lvl1pPr>
            <a:lvl2pPr algn="l">
              <a:defRPr sz="1200">
                <a:solidFill>
                  <a:srgbClr val="CFD7E6"/>
                </a:solidFill>
                <a:latin typeface="Segoe UI"/>
                <a:ea typeface="Segoe UI"/>
                <a:cs typeface="Segoe UI"/>
              </a:defRPr>
            </a:lvl2pPr>
            <a:lvl3pPr algn="l">
              <a:defRPr sz="1200">
                <a:solidFill>
                  <a:srgbClr val="CFD7E6"/>
                </a:solidFill>
                <a:latin typeface="Segoe UI"/>
                <a:ea typeface="Segoe UI"/>
                <a:cs typeface="Segoe UI"/>
              </a:defRPr>
            </a:lvl3pPr>
            <a:lvl4pPr algn="l">
              <a:defRPr sz="1200">
                <a:solidFill>
                  <a:srgbClr val="CFD7E6"/>
                </a:solidFill>
                <a:latin typeface="Segoe UI"/>
                <a:ea typeface="Segoe UI"/>
                <a:cs typeface="Segoe UI"/>
              </a:defRPr>
            </a:lvl4pPr>
            <a:lvl5pPr algn="l">
              <a:defRPr sz="1200">
                <a:solidFill>
                  <a:srgbClr val="CFD7E6"/>
                </a:solidFill>
                <a:latin typeface="Segoe UI"/>
                <a:ea typeface="Segoe UI"/>
                <a:cs typeface="Segoe UI"/>
              </a:defRPr>
            </a:lvl5pPr>
            <a:lvl6pPr algn="l">
              <a:defRPr sz="1200">
                <a:solidFill>
                  <a:srgbClr val="CFD7E6"/>
                </a:solidFill>
                <a:latin typeface="Segoe UI"/>
                <a:ea typeface="Segoe UI"/>
                <a:cs typeface="Segoe UI"/>
              </a:defRPr>
            </a:lvl6pPr>
            <a:lvl7pPr algn="l">
              <a:defRPr sz="1200">
                <a:solidFill>
                  <a:srgbClr val="CFD7E6"/>
                </a:solidFill>
                <a:latin typeface="Segoe UI"/>
                <a:ea typeface="Segoe UI"/>
                <a:cs typeface="Segoe UI"/>
              </a:defRPr>
            </a:lvl7pPr>
            <a:lvl8pPr algn="l">
              <a:defRPr sz="1200">
                <a:solidFill>
                  <a:srgbClr val="CFD7E6"/>
                </a:solidFill>
                <a:latin typeface="Segoe UI"/>
                <a:ea typeface="Segoe UI"/>
                <a:cs typeface="Segoe UI"/>
              </a:defRPr>
            </a:lvl8pPr>
            <a:lvl9pPr algn="l">
              <a:defRPr sz="1200">
                <a:solidFill>
                  <a:srgbClr val="CFD7E6"/>
                </a:solidFill>
                <a:latin typeface="Segoe UI"/>
                <a:ea typeface="Segoe UI"/>
                <a:cs typeface="Segoe UI"/>
              </a:defRPr>
            </a:lvl9pPr>
          </a:lstStyle>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The scoring LLM receives the question, expected answer, rubric/keywords, and transcribed response.</a:t>
            </a:r>
          </a:p>
          <a:p xmlns:a="http://schemas.openxmlformats.org/drawingml/2006/main">
            <a:r>
              <a:t/>
            </a:r>
          </a:p>
          <a:p xmlns:a="http://schemas.openxmlformats.org/drawingml/2006/main">
            <a:pPr algn="l">
              <a:defRPr sz="1200">
                <a:solidFill>
                  <a:srgbClr val="CFD7E6"/>
                </a:solidFill>
                <a:latin typeface="Segoe UI"/>
                <a:ea typeface="Segoe UI"/>
                <a:cs typeface="Segoe UI"/>
              </a:defRPr>
            </a:pPr>
            <a:r>
              <a:rPr sz="1200">
                <a:solidFill>
                  <a:srgbClr val="CFD7E6"/>
                </a:solidFill>
                <a:latin typeface="Segoe UI"/>
                <a:ea typeface="Segoe UI"/>
                <a:cs typeface="Segoe UI"/>
              </a:rPr>
              <a:t>It returns a validated score (0–1, partial credit), confidence, short spoken feedback, and missed keywords.</a:t>
            </a:r>
          </a:p>
        </p:txBody>
      </p:sp>
      <p:sp>
        <p:nvSpPr>
          <p:cNvPr id="11" name="attempt-contract">
            <a:extLst xmlns:a="http://schemas.openxmlformats.org/drawingml/2006/main">
              <a:ext uri="{FF2B5EF4-FFF2-40B4-BE49-F238E27FC236}">
                <a16:creationId xmlns:a16="http://schemas.microsoft.com/office/drawing/2014/main" id="{ED840F1D-B921-4E6A-91BC-142674D8D17C}"/>
              </a:ext>
            </a:extLst>
          </p:cNvPr>
          <p:cNvSpPr>
            <a:spLocks xmlns:a="http://schemas.openxmlformats.org/drawingml/2006/main" noGrp="1"/>
          </p:cNvSpPr>
          <p:nvPr/>
        </p:nvSpPr>
        <p:spPr>
          <a:xfrm xmlns:a="http://schemas.openxmlformats.org/drawingml/2006/main">
            <a:off x="514350" y="3409950"/>
            <a:ext cx="11163300" cy="666750"/>
          </a:xfrm>
          <a:prstGeom xmlns:a="http://schemas.openxmlformats.org/drawingml/2006/main" prst="roundRect">
            <a:avLst>
              <a:gd name="adj" fmla="val 17143"/>
            </a:avLst>
          </a:prstGeom>
          <a:solidFill xmlns:a="http://schemas.openxmlformats.org/drawingml/2006/main">
            <a:srgbClr val="172238"/>
          </a:solidFill>
          <a:ln xmlns:a="http://schemas.openxmlformats.org/drawingml/2006/main" w="13335">
            <a:solidFill>
              <a:srgbClr val="6877FF"/>
            </a:solidFill>
            <a:prstDash val="dash"/>
          </a:ln>
        </p:spPr>
      </p:sp>
      <p:sp>
        <p:nvSpPr>
          <p:cNvPr id="12" name="attempt-contract-title">
            <a:extLst xmlns:a="http://schemas.openxmlformats.org/drawingml/2006/main">
              <a:ext uri="{FF2B5EF4-FFF2-40B4-BE49-F238E27FC236}">
                <a16:creationId xmlns:a16="http://schemas.microsoft.com/office/drawing/2014/main" id="{FB558AB6-997D-4FFD-AA12-4330CB8DB26E}"/>
              </a:ext>
            </a:extLst>
          </p:cNvPr>
          <p:cNvSpPr>
            <a:spLocks xmlns:a="http://schemas.openxmlformats.org/drawingml/2006/main" noGrp="1"/>
          </p:cNvSpPr>
          <p:nvPr/>
        </p:nvSpPr>
        <p:spPr>
          <a:xfrm xmlns:a="http://schemas.openxmlformats.org/drawingml/2006/main">
            <a:off x="723900" y="353377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QUIZ ATTEMPT</a:t>
            </a:r>
          </a:p>
        </p:txBody>
      </p:sp>
      <p:sp>
        <p:nvSpPr>
          <p:cNvPr id="13" name="attempt-contract-body">
            <a:extLst xmlns:a="http://schemas.openxmlformats.org/drawingml/2006/main">
              <a:ext uri="{FF2B5EF4-FFF2-40B4-BE49-F238E27FC236}">
                <a16:creationId xmlns:a16="http://schemas.microsoft.com/office/drawing/2014/main" id="{3CE5E4AF-FF1F-41FB-A24F-A80BDB757860}"/>
              </a:ext>
            </a:extLst>
          </p:cNvPr>
          <p:cNvSpPr>
            <a:spLocks xmlns:a="http://schemas.openxmlformats.org/drawingml/2006/main" noGrp="1"/>
          </p:cNvSpPr>
          <p:nvPr/>
        </p:nvSpPr>
        <p:spPr>
          <a:xfrm xmlns:a="http://schemas.openxmlformats.org/drawingml/2006/main">
            <a:off x="2324100" y="3524250"/>
            <a:ext cx="904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F5F7FC"/>
                </a:solidFill>
                <a:latin typeface="Segoe UI"/>
                <a:ea typeface="Segoe UI"/>
                <a:cs typeface="Segoe UI"/>
              </a:defRPr>
            </a:defPPr>
            <a:lvl1pPr algn="l">
              <a:defRPr sz="1275" b="1">
                <a:solidFill>
                  <a:srgbClr val="F5F7FC"/>
                </a:solidFill>
                <a:latin typeface="Segoe UI"/>
                <a:ea typeface="Segoe UI"/>
                <a:cs typeface="Segoe UI"/>
              </a:defRPr>
            </a:lvl1pPr>
            <a:lvl2pPr algn="l">
              <a:defRPr sz="1275" b="1">
                <a:solidFill>
                  <a:srgbClr val="F5F7FC"/>
                </a:solidFill>
                <a:latin typeface="Segoe UI"/>
                <a:ea typeface="Segoe UI"/>
                <a:cs typeface="Segoe UI"/>
              </a:defRPr>
            </a:lvl2pPr>
            <a:lvl3pPr algn="l">
              <a:defRPr sz="1275" b="1">
                <a:solidFill>
                  <a:srgbClr val="F5F7FC"/>
                </a:solidFill>
                <a:latin typeface="Segoe UI"/>
                <a:ea typeface="Segoe UI"/>
                <a:cs typeface="Segoe UI"/>
              </a:defRPr>
            </a:lvl3pPr>
            <a:lvl4pPr algn="l">
              <a:defRPr sz="1275" b="1">
                <a:solidFill>
                  <a:srgbClr val="F5F7FC"/>
                </a:solidFill>
                <a:latin typeface="Segoe UI"/>
                <a:ea typeface="Segoe UI"/>
                <a:cs typeface="Segoe UI"/>
              </a:defRPr>
            </a:lvl4pPr>
            <a:lvl5pPr algn="l">
              <a:defRPr sz="1275" b="1">
                <a:solidFill>
                  <a:srgbClr val="F5F7FC"/>
                </a:solidFill>
                <a:latin typeface="Segoe UI"/>
                <a:ea typeface="Segoe UI"/>
                <a:cs typeface="Segoe UI"/>
              </a:defRPr>
            </a:lvl5pPr>
            <a:lvl6pPr algn="l">
              <a:defRPr sz="1275" b="1">
                <a:solidFill>
                  <a:srgbClr val="F5F7FC"/>
                </a:solidFill>
                <a:latin typeface="Segoe UI"/>
                <a:ea typeface="Segoe UI"/>
                <a:cs typeface="Segoe UI"/>
              </a:defRPr>
            </a:lvl6pPr>
            <a:lvl7pPr algn="l">
              <a:defRPr sz="1275" b="1">
                <a:solidFill>
                  <a:srgbClr val="F5F7FC"/>
                </a:solidFill>
                <a:latin typeface="Segoe UI"/>
                <a:ea typeface="Segoe UI"/>
                <a:cs typeface="Segoe UI"/>
              </a:defRPr>
            </a:lvl7pPr>
            <a:lvl8pPr algn="l">
              <a:defRPr sz="1275" b="1">
                <a:solidFill>
                  <a:srgbClr val="F5F7FC"/>
                </a:solidFill>
                <a:latin typeface="Segoe UI"/>
                <a:ea typeface="Segoe UI"/>
                <a:cs typeface="Segoe UI"/>
              </a:defRPr>
            </a:lvl8pPr>
            <a:lvl9pPr algn="l">
              <a:defRPr sz="1275" b="1">
                <a:solidFill>
                  <a:srgbClr val="F5F7FC"/>
                </a:solidFill>
                <a:latin typeface="Segoe UI"/>
                <a:ea typeface="Segoe UI"/>
                <a:cs typeface="Segoe UI"/>
              </a:defRPr>
            </a:lvl9pPr>
          </a:lstStyle>
          <a:p xmlns:a="http://schemas.openxmlformats.org/drawingml/2006/main">
            <a:pPr algn="l">
              <a:defRPr sz="1275" b="1">
                <a:solidFill>
                  <a:srgbClr val="F5F7FC"/>
                </a:solidFill>
                <a:latin typeface="Segoe UI"/>
                <a:ea typeface="Segoe UI"/>
                <a:cs typeface="Segoe UI"/>
              </a:defRPr>
            </a:pPr>
            <a:r>
              <a:rPr sz="1275" b="1">
                <a:solidFill>
                  <a:srgbClr val="F5F7FC"/>
                </a:solidFill>
                <a:latin typeface="Segoe UI"/>
                <a:ea typeface="Segoe UI"/>
                <a:cs typeface="Segoe UI"/>
              </a:rPr>
              <a:t>score 0–1  ·  confidence 0–1  ·  is_correct when score ≥ 0.6  ·  feedback  ·  missed keywords</a:t>
            </a:r>
          </a:p>
        </p:txBody>
      </p:sp>
      <p:sp>
        <p:nvSpPr>
          <p:cNvPr id="14" name="attempt-contract-caption">
            <a:extLst xmlns:a="http://schemas.openxmlformats.org/drawingml/2006/main">
              <a:ext uri="{FF2B5EF4-FFF2-40B4-BE49-F238E27FC236}">
                <a16:creationId xmlns:a16="http://schemas.microsoft.com/office/drawing/2014/main" id="{058BF2BC-6304-42EA-B835-D56301711D32}"/>
              </a:ext>
            </a:extLst>
          </p:cNvPr>
          <p:cNvSpPr>
            <a:spLocks xmlns:a="http://schemas.openxmlformats.org/drawingml/2006/main" noGrp="1"/>
          </p:cNvSpPr>
          <p:nvPr/>
        </p:nvSpPr>
        <p:spPr>
          <a:xfrm xmlns:a="http://schemas.openxmlformats.org/drawingml/2006/main">
            <a:off x="2324100" y="3781425"/>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9AA8BC"/>
                </a:solidFill>
                <a:latin typeface="Segoe UI"/>
                <a:ea typeface="Segoe UI"/>
                <a:cs typeface="Segoe UI"/>
              </a:defRPr>
            </a:defPPr>
            <a:lvl1pPr algn="l">
              <a:defRPr sz="1088">
                <a:solidFill>
                  <a:srgbClr val="9AA8BC"/>
                </a:solidFill>
                <a:latin typeface="Segoe UI"/>
                <a:ea typeface="Segoe UI"/>
                <a:cs typeface="Segoe UI"/>
              </a:defRPr>
            </a:lvl1pPr>
            <a:lvl2pPr algn="l">
              <a:defRPr sz="1088">
                <a:solidFill>
                  <a:srgbClr val="9AA8BC"/>
                </a:solidFill>
                <a:latin typeface="Segoe UI"/>
                <a:ea typeface="Segoe UI"/>
                <a:cs typeface="Segoe UI"/>
              </a:defRPr>
            </a:lvl2pPr>
            <a:lvl3pPr algn="l">
              <a:defRPr sz="1088">
                <a:solidFill>
                  <a:srgbClr val="9AA8BC"/>
                </a:solidFill>
                <a:latin typeface="Segoe UI"/>
                <a:ea typeface="Segoe UI"/>
                <a:cs typeface="Segoe UI"/>
              </a:defRPr>
            </a:lvl3pPr>
            <a:lvl4pPr algn="l">
              <a:defRPr sz="1088">
                <a:solidFill>
                  <a:srgbClr val="9AA8BC"/>
                </a:solidFill>
                <a:latin typeface="Segoe UI"/>
                <a:ea typeface="Segoe UI"/>
                <a:cs typeface="Segoe UI"/>
              </a:defRPr>
            </a:lvl4pPr>
            <a:lvl5pPr algn="l">
              <a:defRPr sz="1088">
                <a:solidFill>
                  <a:srgbClr val="9AA8BC"/>
                </a:solidFill>
                <a:latin typeface="Segoe UI"/>
                <a:ea typeface="Segoe UI"/>
                <a:cs typeface="Segoe UI"/>
              </a:defRPr>
            </a:lvl5pPr>
            <a:lvl6pPr algn="l">
              <a:defRPr sz="1088">
                <a:solidFill>
                  <a:srgbClr val="9AA8BC"/>
                </a:solidFill>
                <a:latin typeface="Segoe UI"/>
                <a:ea typeface="Segoe UI"/>
                <a:cs typeface="Segoe UI"/>
              </a:defRPr>
            </a:lvl6pPr>
            <a:lvl7pPr algn="l">
              <a:defRPr sz="1088">
                <a:solidFill>
                  <a:srgbClr val="9AA8BC"/>
                </a:solidFill>
                <a:latin typeface="Segoe UI"/>
                <a:ea typeface="Segoe UI"/>
                <a:cs typeface="Segoe UI"/>
              </a:defRPr>
            </a:lvl7pPr>
            <a:lvl8pPr algn="l">
              <a:defRPr sz="1088">
                <a:solidFill>
                  <a:srgbClr val="9AA8BC"/>
                </a:solidFill>
                <a:latin typeface="Segoe UI"/>
                <a:ea typeface="Segoe UI"/>
                <a:cs typeface="Segoe UI"/>
              </a:defRPr>
            </a:lvl8pPr>
            <a:lvl9pPr algn="l">
              <a:defRPr sz="1088">
                <a:solidFill>
                  <a:srgbClr val="9AA8BC"/>
                </a:solidFill>
                <a:latin typeface="Segoe UI"/>
                <a:ea typeface="Segoe UI"/>
                <a:cs typeface="Segoe UI"/>
              </a:defRPr>
            </a:lvl9pPr>
          </a:lstStyle>
          <a:p xmlns:a="http://schemas.openxmlformats.org/drawingml/2006/main">
            <a:pPr algn="l">
              <a:defRPr sz="1088">
                <a:solidFill>
                  <a:srgbClr val="9AA8BC"/>
                </a:solidFill>
                <a:latin typeface="Segoe UI"/>
                <a:ea typeface="Segoe UI"/>
                <a:cs typeface="Segoe UI"/>
              </a:defRPr>
            </a:pPr>
            <a:r>
              <a:rPr sz="1088">
                <a:solidFill>
                  <a:srgbClr val="9AA8BC"/>
                </a:solidFill>
                <a:latin typeface="Segoe UI"/>
                <a:ea typeface="Segoe UI"/>
                <a:cs typeface="Segoe UI"/>
              </a:rPr>
              <a:t>The current score is for this attempt; the session score is a separate average.</a:t>
            </a:r>
          </a:p>
        </p:txBody>
      </p:sp>
      <p:sp>
        <p:nvSpPr>
          <p:cNvPr id="15" name="scoring-decision-detail">
            <a:extLst xmlns:a="http://schemas.openxmlformats.org/drawingml/2006/main">
              <a:ext uri="{FF2B5EF4-FFF2-40B4-BE49-F238E27FC236}">
                <a16:creationId xmlns:a16="http://schemas.microsoft.com/office/drawing/2014/main" id="{A9846E86-4E5B-472F-AA0E-86809160552F}"/>
              </a:ext>
            </a:extLst>
          </p:cNvPr>
          <p:cNvSpPr>
            <a:spLocks xmlns:a="http://schemas.openxmlformats.org/drawingml/2006/main" noGrp="1"/>
          </p:cNvSpPr>
          <p:nvPr/>
        </p:nvSpPr>
        <p:spPr>
          <a:xfrm xmlns:a="http://schemas.openxmlformats.org/drawingml/2006/main">
            <a:off x="4133850" y="4438650"/>
            <a:ext cx="2571750" cy="1295400"/>
          </a:xfrm>
          <a:prstGeom xmlns:a="http://schemas.openxmlformats.org/drawingml/2006/main" prst="diamond">
            <a:avLst/>
          </a:prstGeom>
          <a:solidFill xmlns:a="http://schemas.openxmlformats.org/drawingml/2006/main">
            <a:srgbClr val="292643"/>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Pass threshold</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met OR try #2?</a:t>
            </a:r>
          </a:p>
        </p:txBody>
      </p:sp>
      <p:sp>
        <p:nvSpPr>
          <p:cNvPr id="16" name="scoring-retry-detail">
            <a:extLst xmlns:a="http://schemas.openxmlformats.org/drawingml/2006/main">
              <a:ext uri="{FF2B5EF4-FFF2-40B4-BE49-F238E27FC236}">
                <a16:creationId xmlns:a16="http://schemas.microsoft.com/office/drawing/2014/main" id="{9A587DA5-1E5A-4FDD-B90F-72618F8BC03C}"/>
              </a:ext>
            </a:extLst>
          </p:cNvPr>
          <p:cNvSpPr>
            <a:spLocks xmlns:a="http://schemas.openxmlformats.org/drawingml/2006/main" noGrp="1"/>
          </p:cNvSpPr>
          <p:nvPr/>
        </p:nvSpPr>
        <p:spPr>
          <a:xfrm xmlns:a="http://schemas.openxmlformats.org/drawingml/2006/main">
            <a:off x="514350" y="4438650"/>
            <a:ext cx="3238500" cy="1295400"/>
          </a:xfrm>
          <a:prstGeom xmlns:a="http://schemas.openxmlformats.org/drawingml/2006/main" prst="roundRect">
            <a:avLst>
              <a:gd name="adj" fmla="val 8824"/>
            </a:avLst>
          </a:prstGeom>
          <a:solidFill xmlns:a="http://schemas.openxmlformats.org/drawingml/2006/main">
            <a:srgbClr val="211A2B"/>
          </a:solidFill>
          <a:ln xmlns:a="http://schemas.openxmlformats.org/drawingml/2006/main" w="13335">
            <a:solidFill>
              <a:srgbClr val="FF7F91"/>
            </a:solidFill>
            <a:prstDash val="solid"/>
          </a:ln>
        </p:spPr>
      </p:sp>
      <p:sp>
        <p:nvSpPr>
          <p:cNvPr id="17" name="scoring-retry-title">
            <a:extLst xmlns:a="http://schemas.openxmlformats.org/drawingml/2006/main">
              <a:ext uri="{FF2B5EF4-FFF2-40B4-BE49-F238E27FC236}">
                <a16:creationId xmlns:a16="http://schemas.microsoft.com/office/drawing/2014/main" id="{AF2E4BE3-DDFB-49FD-B202-509EBF22E53D}"/>
              </a:ext>
            </a:extLst>
          </p:cNvPr>
          <p:cNvSpPr>
            <a:spLocks xmlns:a="http://schemas.openxmlformats.org/drawingml/2006/main" noGrp="1"/>
          </p:cNvSpPr>
          <p:nvPr/>
        </p:nvSpPr>
        <p:spPr>
          <a:xfrm xmlns:a="http://schemas.openxmlformats.org/drawingml/2006/main">
            <a:off x="704850" y="4572000"/>
            <a:ext cx="285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7F91"/>
                </a:solidFill>
                <a:latin typeface="Segoe UI"/>
                <a:ea typeface="Segoe UI"/>
                <a:cs typeface="Segoe UI"/>
              </a:defRPr>
            </a:defPPr>
            <a:lvl1pPr algn="l">
              <a:defRPr sz="975" b="1">
                <a:solidFill>
                  <a:srgbClr val="FF7F91"/>
                </a:solidFill>
                <a:latin typeface="Segoe UI"/>
                <a:ea typeface="Segoe UI"/>
                <a:cs typeface="Segoe UI"/>
              </a:defRPr>
            </a:lvl1pPr>
            <a:lvl2pPr algn="l">
              <a:defRPr sz="975" b="1">
                <a:solidFill>
                  <a:srgbClr val="FF7F91"/>
                </a:solidFill>
                <a:latin typeface="Segoe UI"/>
                <a:ea typeface="Segoe UI"/>
                <a:cs typeface="Segoe UI"/>
              </a:defRPr>
            </a:lvl2pPr>
            <a:lvl3pPr algn="l">
              <a:defRPr sz="975" b="1">
                <a:solidFill>
                  <a:srgbClr val="FF7F91"/>
                </a:solidFill>
                <a:latin typeface="Segoe UI"/>
                <a:ea typeface="Segoe UI"/>
                <a:cs typeface="Segoe UI"/>
              </a:defRPr>
            </a:lvl3pPr>
            <a:lvl4pPr algn="l">
              <a:defRPr sz="975" b="1">
                <a:solidFill>
                  <a:srgbClr val="FF7F91"/>
                </a:solidFill>
                <a:latin typeface="Segoe UI"/>
                <a:ea typeface="Segoe UI"/>
                <a:cs typeface="Segoe UI"/>
              </a:defRPr>
            </a:lvl4pPr>
            <a:lvl5pPr algn="l">
              <a:defRPr sz="975" b="1">
                <a:solidFill>
                  <a:srgbClr val="FF7F91"/>
                </a:solidFill>
                <a:latin typeface="Segoe UI"/>
                <a:ea typeface="Segoe UI"/>
                <a:cs typeface="Segoe UI"/>
              </a:defRPr>
            </a:lvl5pPr>
            <a:lvl6pPr algn="l">
              <a:defRPr sz="975" b="1">
                <a:solidFill>
                  <a:srgbClr val="FF7F91"/>
                </a:solidFill>
                <a:latin typeface="Segoe UI"/>
                <a:ea typeface="Segoe UI"/>
                <a:cs typeface="Segoe UI"/>
              </a:defRPr>
            </a:lvl6pPr>
            <a:lvl7pPr algn="l">
              <a:defRPr sz="975" b="1">
                <a:solidFill>
                  <a:srgbClr val="FF7F91"/>
                </a:solidFill>
                <a:latin typeface="Segoe UI"/>
                <a:ea typeface="Segoe UI"/>
                <a:cs typeface="Segoe UI"/>
              </a:defRPr>
            </a:lvl7pPr>
            <a:lvl8pPr algn="l">
              <a:defRPr sz="975" b="1">
                <a:solidFill>
                  <a:srgbClr val="FF7F91"/>
                </a:solidFill>
                <a:latin typeface="Segoe UI"/>
                <a:ea typeface="Segoe UI"/>
                <a:cs typeface="Segoe UI"/>
              </a:defRPr>
            </a:lvl8pPr>
            <a:lvl9pPr algn="l">
              <a:defRPr sz="975" b="1">
                <a:solidFill>
                  <a:srgbClr val="FF7F91"/>
                </a:solidFill>
                <a:latin typeface="Segoe UI"/>
                <a:ea typeface="Segoe UI"/>
                <a:cs typeface="Segoe UI"/>
              </a:defRPr>
            </a:lvl9pPr>
          </a:lstStyle>
          <a:p xmlns:a="http://schemas.openxmlformats.org/drawingml/2006/main">
            <a:pPr algn="l">
              <a:defRPr sz="975" b="1">
                <a:solidFill>
                  <a:srgbClr val="FF7F91"/>
                </a:solidFill>
                <a:latin typeface="Segoe UI"/>
                <a:ea typeface="Segoe UI"/>
                <a:cs typeface="Segoe UI"/>
              </a:defRPr>
            </a:pPr>
            <a:r>
              <a:rPr sz="975" b="1">
                <a:solidFill>
                  <a:srgbClr val="FF7F91"/>
                </a:solidFill>
                <a:latin typeface="Segoe UI"/>
                <a:ea typeface="Segoe UI"/>
                <a:cs typeface="Segoe UI"/>
              </a:rPr>
              <a:t>NO · REMEDIATE</a:t>
            </a:r>
          </a:p>
        </p:txBody>
      </p:sp>
      <p:sp>
        <p:nvSpPr>
          <p:cNvPr id="18" name="scoring-retry-body">
            <a:extLst xmlns:a="http://schemas.openxmlformats.org/drawingml/2006/main">
              <a:ext uri="{FF2B5EF4-FFF2-40B4-BE49-F238E27FC236}">
                <a16:creationId xmlns:a16="http://schemas.microsoft.com/office/drawing/2014/main" id="{C93D3CD3-5ECE-43F3-9B80-076698510700}"/>
              </a:ext>
            </a:extLst>
          </p:cNvPr>
          <p:cNvSpPr>
            <a:spLocks xmlns:a="http://schemas.openxmlformats.org/drawingml/2006/main" noGrp="1"/>
          </p:cNvSpPr>
          <p:nvPr/>
        </p:nvSpPr>
        <p:spPr>
          <a:xfrm xmlns:a="http://schemas.openxmlformats.org/drawingml/2006/main">
            <a:off x="704850" y="4819650"/>
            <a:ext cx="2857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Score below threshold AND attempts &lt; 2 → Tutor remediation → Reflection → Accessibility. The same question stays active for the next answer.</a:t>
            </a:r>
          </a:p>
        </p:txBody>
      </p:sp>
      <p:sp>
        <p:nvSpPr>
          <p:cNvPr id="19" name="mastery-update-detail">
            <a:extLst xmlns:a="http://schemas.openxmlformats.org/drawingml/2006/main">
              <a:ext uri="{FF2B5EF4-FFF2-40B4-BE49-F238E27FC236}">
                <a16:creationId xmlns:a16="http://schemas.microsoft.com/office/drawing/2014/main" id="{CB607EE9-52A4-40D3-97FA-AE9A488DFA6A}"/>
              </a:ext>
            </a:extLst>
          </p:cNvPr>
          <p:cNvSpPr>
            <a:spLocks xmlns:a="http://schemas.openxmlformats.org/drawingml/2006/main" noGrp="1"/>
          </p:cNvSpPr>
          <p:nvPr/>
        </p:nvSpPr>
        <p:spPr>
          <a:xfrm xmlns:a="http://schemas.openxmlformats.org/drawingml/2006/main">
            <a:off x="7086600" y="4438650"/>
            <a:ext cx="4591050" cy="1295400"/>
          </a:xfrm>
          <a:prstGeom xmlns:a="http://schemas.openxmlformats.org/drawingml/2006/main" prst="roundRect">
            <a:avLst>
              <a:gd name="adj" fmla="val 8824"/>
            </a:avLst>
          </a:prstGeom>
          <a:solidFill xmlns:a="http://schemas.openxmlformats.org/drawingml/2006/main">
            <a:srgbClr val="202631"/>
          </a:solidFill>
          <a:ln xmlns:a="http://schemas.openxmlformats.org/drawingml/2006/main" w="13335">
            <a:solidFill>
              <a:srgbClr val="D4ED50"/>
            </a:solidFill>
            <a:prstDash val="solid"/>
          </a:ln>
        </p:spPr>
      </p:sp>
      <p:sp>
        <p:nvSpPr>
          <p:cNvPr id="20" name="mastery-update-title">
            <a:extLst xmlns:a="http://schemas.openxmlformats.org/drawingml/2006/main">
              <a:ext uri="{FF2B5EF4-FFF2-40B4-BE49-F238E27FC236}">
                <a16:creationId xmlns:a16="http://schemas.microsoft.com/office/drawing/2014/main" id="{6F34442D-4EE7-4B54-B311-DDB95D5C52AE}"/>
              </a:ext>
            </a:extLst>
          </p:cNvPr>
          <p:cNvSpPr>
            <a:spLocks xmlns:a="http://schemas.openxmlformats.org/drawingml/2006/main" noGrp="1"/>
          </p:cNvSpPr>
          <p:nvPr/>
        </p:nvSpPr>
        <p:spPr>
          <a:xfrm xmlns:a="http://schemas.openxmlformats.org/drawingml/2006/main">
            <a:off x="7277100" y="4572000"/>
            <a:ext cx="42100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D4ED50"/>
                </a:solidFill>
                <a:latin typeface="Segoe UI"/>
                <a:ea typeface="Segoe UI"/>
                <a:cs typeface="Segoe UI"/>
              </a:defRPr>
            </a:defPPr>
            <a:lvl1pPr algn="l">
              <a:defRPr sz="975" b="1">
                <a:solidFill>
                  <a:srgbClr val="D4ED50"/>
                </a:solidFill>
                <a:latin typeface="Segoe UI"/>
                <a:ea typeface="Segoe UI"/>
                <a:cs typeface="Segoe UI"/>
              </a:defRPr>
            </a:lvl1pPr>
            <a:lvl2pPr algn="l">
              <a:defRPr sz="975" b="1">
                <a:solidFill>
                  <a:srgbClr val="D4ED50"/>
                </a:solidFill>
                <a:latin typeface="Segoe UI"/>
                <a:ea typeface="Segoe UI"/>
                <a:cs typeface="Segoe UI"/>
              </a:defRPr>
            </a:lvl2pPr>
            <a:lvl3pPr algn="l">
              <a:defRPr sz="975" b="1">
                <a:solidFill>
                  <a:srgbClr val="D4ED50"/>
                </a:solidFill>
                <a:latin typeface="Segoe UI"/>
                <a:ea typeface="Segoe UI"/>
                <a:cs typeface="Segoe UI"/>
              </a:defRPr>
            </a:lvl3pPr>
            <a:lvl4pPr algn="l">
              <a:defRPr sz="975" b="1">
                <a:solidFill>
                  <a:srgbClr val="D4ED50"/>
                </a:solidFill>
                <a:latin typeface="Segoe UI"/>
                <a:ea typeface="Segoe UI"/>
                <a:cs typeface="Segoe UI"/>
              </a:defRPr>
            </a:lvl4pPr>
            <a:lvl5pPr algn="l">
              <a:defRPr sz="975" b="1">
                <a:solidFill>
                  <a:srgbClr val="D4ED50"/>
                </a:solidFill>
                <a:latin typeface="Segoe UI"/>
                <a:ea typeface="Segoe UI"/>
                <a:cs typeface="Segoe UI"/>
              </a:defRPr>
            </a:lvl5pPr>
            <a:lvl6pPr algn="l">
              <a:defRPr sz="975" b="1">
                <a:solidFill>
                  <a:srgbClr val="D4ED50"/>
                </a:solidFill>
                <a:latin typeface="Segoe UI"/>
                <a:ea typeface="Segoe UI"/>
                <a:cs typeface="Segoe UI"/>
              </a:defRPr>
            </a:lvl6pPr>
            <a:lvl7pPr algn="l">
              <a:defRPr sz="975" b="1">
                <a:solidFill>
                  <a:srgbClr val="D4ED50"/>
                </a:solidFill>
                <a:latin typeface="Segoe UI"/>
                <a:ea typeface="Segoe UI"/>
                <a:cs typeface="Segoe UI"/>
              </a:defRPr>
            </a:lvl7pPr>
            <a:lvl8pPr algn="l">
              <a:defRPr sz="975" b="1">
                <a:solidFill>
                  <a:srgbClr val="D4ED50"/>
                </a:solidFill>
                <a:latin typeface="Segoe UI"/>
                <a:ea typeface="Segoe UI"/>
                <a:cs typeface="Segoe UI"/>
              </a:defRPr>
            </a:lvl8pPr>
            <a:lvl9pPr algn="l">
              <a:defRPr sz="975" b="1">
                <a:solidFill>
                  <a:srgbClr val="D4ED50"/>
                </a:solidFill>
                <a:latin typeface="Segoe UI"/>
                <a:ea typeface="Segoe UI"/>
                <a:cs typeface="Segoe UI"/>
              </a:defRPr>
            </a:lvl9pPr>
          </a:lstStyle>
          <a:p xmlns:a="http://schemas.openxmlformats.org/drawingml/2006/main">
            <a:pPr algn="l">
              <a:defRPr sz="975" b="1">
                <a:solidFill>
                  <a:srgbClr val="D4ED50"/>
                </a:solidFill>
                <a:latin typeface="Segoe UI"/>
                <a:ea typeface="Segoe UI"/>
                <a:cs typeface="Segoe UI"/>
              </a:defRPr>
            </a:pPr>
            <a:r>
              <a:rPr sz="975" b="1">
                <a:solidFill>
                  <a:srgbClr val="D4ED50"/>
                </a:solidFill>
                <a:latin typeface="Segoe UI"/>
                <a:ea typeface="Segoe UI"/>
                <a:cs typeface="Segoe UI"/>
              </a:rPr>
              <a:t>YES / LIMIT · UPDATE STUDENT MODEL</a:t>
            </a:r>
          </a:p>
        </p:txBody>
      </p:sp>
      <p:sp>
        <p:nvSpPr>
          <p:cNvPr id="21" name="mastery-formula">
            <a:extLst xmlns:a="http://schemas.openxmlformats.org/drawingml/2006/main">
              <a:ext uri="{FF2B5EF4-FFF2-40B4-BE49-F238E27FC236}">
                <a16:creationId xmlns:a16="http://schemas.microsoft.com/office/drawing/2014/main" id="{7F621E87-83F5-4808-8001-77CE49565E99}"/>
              </a:ext>
            </a:extLst>
          </p:cNvPr>
          <p:cNvSpPr>
            <a:spLocks xmlns:a="http://schemas.openxmlformats.org/drawingml/2006/main" noGrp="1"/>
          </p:cNvSpPr>
          <p:nvPr/>
        </p:nvSpPr>
        <p:spPr>
          <a:xfrm xmlns:a="http://schemas.openxmlformats.org/drawingml/2006/main">
            <a:off x="7277100" y="4819650"/>
            <a:ext cx="421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F5F7FC"/>
                </a:solidFill>
                <a:latin typeface="Segoe UI"/>
                <a:ea typeface="Segoe UI"/>
                <a:cs typeface="Segoe UI"/>
              </a:defRPr>
            </a:defPPr>
            <a:lvl1pPr algn="l">
              <a:defRPr sz="1200" b="1">
                <a:solidFill>
                  <a:srgbClr val="F5F7FC"/>
                </a:solidFill>
                <a:latin typeface="Segoe UI"/>
                <a:ea typeface="Segoe UI"/>
                <a:cs typeface="Segoe UI"/>
              </a:defRPr>
            </a:lvl1pPr>
            <a:lvl2pPr algn="l">
              <a:defRPr sz="1200" b="1">
                <a:solidFill>
                  <a:srgbClr val="F5F7FC"/>
                </a:solidFill>
                <a:latin typeface="Segoe UI"/>
                <a:ea typeface="Segoe UI"/>
                <a:cs typeface="Segoe UI"/>
              </a:defRPr>
            </a:lvl2pPr>
            <a:lvl3pPr algn="l">
              <a:defRPr sz="1200" b="1">
                <a:solidFill>
                  <a:srgbClr val="F5F7FC"/>
                </a:solidFill>
                <a:latin typeface="Segoe UI"/>
                <a:ea typeface="Segoe UI"/>
                <a:cs typeface="Segoe UI"/>
              </a:defRPr>
            </a:lvl3pPr>
            <a:lvl4pPr algn="l">
              <a:defRPr sz="1200" b="1">
                <a:solidFill>
                  <a:srgbClr val="F5F7FC"/>
                </a:solidFill>
                <a:latin typeface="Segoe UI"/>
                <a:ea typeface="Segoe UI"/>
                <a:cs typeface="Segoe UI"/>
              </a:defRPr>
            </a:lvl4pPr>
            <a:lvl5pPr algn="l">
              <a:defRPr sz="1200" b="1">
                <a:solidFill>
                  <a:srgbClr val="F5F7FC"/>
                </a:solidFill>
                <a:latin typeface="Segoe UI"/>
                <a:ea typeface="Segoe UI"/>
                <a:cs typeface="Segoe UI"/>
              </a:defRPr>
            </a:lvl5pPr>
            <a:lvl6pPr algn="l">
              <a:defRPr sz="1200" b="1">
                <a:solidFill>
                  <a:srgbClr val="F5F7FC"/>
                </a:solidFill>
                <a:latin typeface="Segoe UI"/>
                <a:ea typeface="Segoe UI"/>
                <a:cs typeface="Segoe UI"/>
              </a:defRPr>
            </a:lvl6pPr>
            <a:lvl7pPr algn="l">
              <a:defRPr sz="1200" b="1">
                <a:solidFill>
                  <a:srgbClr val="F5F7FC"/>
                </a:solidFill>
                <a:latin typeface="Segoe UI"/>
                <a:ea typeface="Segoe UI"/>
                <a:cs typeface="Segoe UI"/>
              </a:defRPr>
            </a:lvl7pPr>
            <a:lvl8pPr algn="l">
              <a:defRPr sz="1200" b="1">
                <a:solidFill>
                  <a:srgbClr val="F5F7FC"/>
                </a:solidFill>
                <a:latin typeface="Segoe UI"/>
                <a:ea typeface="Segoe UI"/>
                <a:cs typeface="Segoe UI"/>
              </a:defRPr>
            </a:lvl8pPr>
            <a:lvl9pPr algn="l">
              <a:defRPr sz="1200" b="1">
                <a:solidFill>
                  <a:srgbClr val="F5F7FC"/>
                </a:solidFill>
                <a:latin typeface="Segoe UI"/>
                <a:ea typeface="Segoe UI"/>
                <a:cs typeface="Segoe UI"/>
              </a:defRPr>
            </a:lvl9pPr>
          </a:lstStyle>
          <a:p xmlns:a="http://schemas.openxmlformats.org/drawingml/2006/main">
            <a:pPr algn="l">
              <a:defRPr sz="1200" b="1">
                <a:solidFill>
                  <a:srgbClr val="F5F7FC"/>
                </a:solidFill>
                <a:latin typeface="Segoe UI"/>
                <a:ea typeface="Segoe UI"/>
                <a:cs typeface="Segoe UI"/>
              </a:defRPr>
            </a:pPr>
            <a:r>
              <a:rPr sz="1200" b="1">
                <a:solidFill>
                  <a:srgbClr val="F5F7FC"/>
                </a:solidFill>
                <a:latin typeface="Segoe UI"/>
                <a:ea typeface="Segoe UI"/>
                <a:cs typeface="Segoe UI"/>
              </a:rPr>
              <a:t>new = clamp(old + (score − old) × 0.25 × confidence, 0, 1)</a:t>
            </a:r>
          </a:p>
        </p:txBody>
      </p:sp>
      <p:sp>
        <p:nvSpPr>
          <p:cNvPr id="22" name="mastery-example">
            <a:extLst xmlns:a="http://schemas.openxmlformats.org/drawingml/2006/main">
              <a:ext uri="{FF2B5EF4-FFF2-40B4-BE49-F238E27FC236}">
                <a16:creationId xmlns:a16="http://schemas.microsoft.com/office/drawing/2014/main" id="{57C6DD78-BE9E-41FF-B160-22634AAAC5BA}"/>
              </a:ext>
            </a:extLst>
          </p:cNvPr>
          <p:cNvSpPr>
            <a:spLocks xmlns:a="http://schemas.openxmlformats.org/drawingml/2006/main" noGrp="1"/>
          </p:cNvSpPr>
          <p:nvPr/>
        </p:nvSpPr>
        <p:spPr>
          <a:xfrm xmlns:a="http://schemas.openxmlformats.org/drawingml/2006/main">
            <a:off x="7277100" y="5114925"/>
            <a:ext cx="421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a:solidFill>
                  <a:srgbClr val="CFD7E6"/>
                </a:solidFill>
                <a:latin typeface="Segoe UI"/>
                <a:ea typeface="Segoe UI"/>
                <a:cs typeface="Segoe UI"/>
              </a:defRPr>
            </a:defPPr>
            <a:lvl1pPr algn="l">
              <a:defRPr sz="1088">
                <a:solidFill>
                  <a:srgbClr val="CFD7E6"/>
                </a:solidFill>
                <a:latin typeface="Segoe UI"/>
                <a:ea typeface="Segoe UI"/>
                <a:cs typeface="Segoe UI"/>
              </a:defRPr>
            </a:lvl1pPr>
            <a:lvl2pPr algn="l">
              <a:defRPr sz="1088">
                <a:solidFill>
                  <a:srgbClr val="CFD7E6"/>
                </a:solidFill>
                <a:latin typeface="Segoe UI"/>
                <a:ea typeface="Segoe UI"/>
                <a:cs typeface="Segoe UI"/>
              </a:defRPr>
            </a:lvl2pPr>
            <a:lvl3pPr algn="l">
              <a:defRPr sz="1088">
                <a:solidFill>
                  <a:srgbClr val="CFD7E6"/>
                </a:solidFill>
                <a:latin typeface="Segoe UI"/>
                <a:ea typeface="Segoe UI"/>
                <a:cs typeface="Segoe UI"/>
              </a:defRPr>
            </a:lvl3pPr>
            <a:lvl4pPr algn="l">
              <a:defRPr sz="1088">
                <a:solidFill>
                  <a:srgbClr val="CFD7E6"/>
                </a:solidFill>
                <a:latin typeface="Segoe UI"/>
                <a:ea typeface="Segoe UI"/>
                <a:cs typeface="Segoe UI"/>
              </a:defRPr>
            </a:lvl4pPr>
            <a:lvl5pPr algn="l">
              <a:defRPr sz="1088">
                <a:solidFill>
                  <a:srgbClr val="CFD7E6"/>
                </a:solidFill>
                <a:latin typeface="Segoe UI"/>
                <a:ea typeface="Segoe UI"/>
                <a:cs typeface="Segoe UI"/>
              </a:defRPr>
            </a:lvl5pPr>
            <a:lvl6pPr algn="l">
              <a:defRPr sz="1088">
                <a:solidFill>
                  <a:srgbClr val="CFD7E6"/>
                </a:solidFill>
                <a:latin typeface="Segoe UI"/>
                <a:ea typeface="Segoe UI"/>
                <a:cs typeface="Segoe UI"/>
              </a:defRPr>
            </a:lvl6pPr>
            <a:lvl7pPr algn="l">
              <a:defRPr sz="1088">
                <a:solidFill>
                  <a:srgbClr val="CFD7E6"/>
                </a:solidFill>
                <a:latin typeface="Segoe UI"/>
                <a:ea typeface="Segoe UI"/>
                <a:cs typeface="Segoe UI"/>
              </a:defRPr>
            </a:lvl7pPr>
            <a:lvl8pPr algn="l">
              <a:defRPr sz="1088">
                <a:solidFill>
                  <a:srgbClr val="CFD7E6"/>
                </a:solidFill>
                <a:latin typeface="Segoe UI"/>
                <a:ea typeface="Segoe UI"/>
                <a:cs typeface="Segoe UI"/>
              </a:defRPr>
            </a:lvl8pPr>
            <a:lvl9pPr algn="l">
              <a:defRPr sz="1088">
                <a:solidFill>
                  <a:srgbClr val="CFD7E6"/>
                </a:solidFill>
                <a:latin typeface="Segoe UI"/>
                <a:ea typeface="Segoe UI"/>
                <a:cs typeface="Segoe UI"/>
              </a:defRPr>
            </a:lvl9pPr>
          </a:lstStyle>
          <a:p xmlns:a="http://schemas.openxmlformats.org/drawingml/2006/main">
            <a:pPr algn="l">
              <a:defRPr sz="1088">
                <a:solidFill>
                  <a:srgbClr val="CFD7E6"/>
                </a:solidFill>
                <a:latin typeface="Segoe UI"/>
                <a:ea typeface="Segoe UI"/>
                <a:cs typeface="Segoe UI"/>
              </a:defRPr>
            </a:pPr>
            <a:r>
              <a:rPr sz="1088">
                <a:solidFill>
                  <a:srgbClr val="CFD7E6"/>
                </a:solidFill>
                <a:latin typeface="Segoe UI"/>
                <a:ea typeface="Segoe UI"/>
                <a:cs typeface="Segoe UI"/>
              </a:rPr>
              <a:t>Example: old 0.50, score 0.80, confidence 0.90 → mastery 0.5675</a:t>
            </a:r>
          </a:p>
        </p:txBody>
      </p:sp>
      <p:sp>
        <p:nvSpPr>
          <p:cNvPr id="23" name="mastery-eligibility">
            <a:extLst xmlns:a="http://schemas.openxmlformats.org/drawingml/2006/main">
              <a:ext uri="{FF2B5EF4-FFF2-40B4-BE49-F238E27FC236}">
                <a16:creationId xmlns:a16="http://schemas.microsoft.com/office/drawing/2014/main" id="{AF61B4F4-42B4-44F8-AF41-D030C4DD2737}"/>
              </a:ext>
            </a:extLst>
          </p:cNvPr>
          <p:cNvSpPr>
            <a:spLocks xmlns:a="http://schemas.openxmlformats.org/drawingml/2006/main" noGrp="1"/>
          </p:cNvSpPr>
          <p:nvPr/>
        </p:nvSpPr>
        <p:spPr>
          <a:xfrm xmlns:a="http://schemas.openxmlformats.org/drawingml/2006/main">
            <a:off x="7277100" y="5391150"/>
            <a:ext cx="421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13">
                <a:solidFill>
                  <a:srgbClr val="9AA8BC"/>
                </a:solidFill>
                <a:latin typeface="Segoe UI"/>
                <a:ea typeface="Segoe UI"/>
                <a:cs typeface="Segoe UI"/>
              </a:defRPr>
            </a:defPPr>
            <a:lvl1pPr algn="l">
              <a:defRPr sz="1013">
                <a:solidFill>
                  <a:srgbClr val="9AA8BC"/>
                </a:solidFill>
                <a:latin typeface="Segoe UI"/>
                <a:ea typeface="Segoe UI"/>
                <a:cs typeface="Segoe UI"/>
              </a:defRPr>
            </a:lvl1pPr>
            <a:lvl2pPr algn="l">
              <a:defRPr sz="1013">
                <a:solidFill>
                  <a:srgbClr val="9AA8BC"/>
                </a:solidFill>
                <a:latin typeface="Segoe UI"/>
                <a:ea typeface="Segoe UI"/>
                <a:cs typeface="Segoe UI"/>
              </a:defRPr>
            </a:lvl2pPr>
            <a:lvl3pPr algn="l">
              <a:defRPr sz="1013">
                <a:solidFill>
                  <a:srgbClr val="9AA8BC"/>
                </a:solidFill>
                <a:latin typeface="Segoe UI"/>
                <a:ea typeface="Segoe UI"/>
                <a:cs typeface="Segoe UI"/>
              </a:defRPr>
            </a:lvl3pPr>
            <a:lvl4pPr algn="l">
              <a:defRPr sz="1013">
                <a:solidFill>
                  <a:srgbClr val="9AA8BC"/>
                </a:solidFill>
                <a:latin typeface="Segoe UI"/>
                <a:ea typeface="Segoe UI"/>
                <a:cs typeface="Segoe UI"/>
              </a:defRPr>
            </a:lvl4pPr>
            <a:lvl5pPr algn="l">
              <a:defRPr sz="1013">
                <a:solidFill>
                  <a:srgbClr val="9AA8BC"/>
                </a:solidFill>
                <a:latin typeface="Segoe UI"/>
                <a:ea typeface="Segoe UI"/>
                <a:cs typeface="Segoe UI"/>
              </a:defRPr>
            </a:lvl5pPr>
            <a:lvl6pPr algn="l">
              <a:defRPr sz="1013">
                <a:solidFill>
                  <a:srgbClr val="9AA8BC"/>
                </a:solidFill>
                <a:latin typeface="Segoe UI"/>
                <a:ea typeface="Segoe UI"/>
                <a:cs typeface="Segoe UI"/>
              </a:defRPr>
            </a:lvl6pPr>
            <a:lvl7pPr algn="l">
              <a:defRPr sz="1013">
                <a:solidFill>
                  <a:srgbClr val="9AA8BC"/>
                </a:solidFill>
                <a:latin typeface="Segoe UI"/>
                <a:ea typeface="Segoe UI"/>
                <a:cs typeface="Segoe UI"/>
              </a:defRPr>
            </a:lvl7pPr>
            <a:lvl8pPr algn="l">
              <a:defRPr sz="1013">
                <a:solidFill>
                  <a:srgbClr val="9AA8BC"/>
                </a:solidFill>
                <a:latin typeface="Segoe UI"/>
                <a:ea typeface="Segoe UI"/>
                <a:cs typeface="Segoe UI"/>
              </a:defRPr>
            </a:lvl8pPr>
            <a:lvl9pPr algn="l">
              <a:defRPr sz="1013">
                <a:solidFill>
                  <a:srgbClr val="9AA8BC"/>
                </a:solidFill>
                <a:latin typeface="Segoe UI"/>
                <a:ea typeface="Segoe UI"/>
                <a:cs typeface="Segoe UI"/>
              </a:defRPr>
            </a:lvl9pPr>
          </a:lstStyle>
          <a:p xmlns:a="http://schemas.openxmlformats.org/drawingml/2006/main">
            <a:pPr algn="l">
              <a:defRPr sz="1013">
                <a:solidFill>
                  <a:srgbClr val="9AA8BC"/>
                </a:solidFill>
                <a:latin typeface="Segoe UI"/>
                <a:ea typeface="Segoe UI"/>
                <a:cs typeface="Segoe UI"/>
              </a:defRPr>
            </a:pPr>
            <a:r>
              <a:rPr sz="1013">
                <a:solidFill>
                  <a:srgbClr val="9AA8BC"/>
                </a:solidFill>
                <a:latin typeface="Segoe UI"/>
                <a:ea typeface="Segoe UI"/>
                <a:cs typeface="Segoe UI"/>
              </a:rPr>
              <a:t>Only valid mapped concept IDs in unscoped quizzes update global mastery.</a:t>
            </a:r>
          </a:p>
        </p:txBody>
      </p:sp>
      <p:sp>
        <p:nvSpPr>
          <p:cNvPr id="26" name="session-score-note">
            <a:extLst xmlns:a="http://schemas.openxmlformats.org/drawingml/2006/main">
              <a:ext uri="{FF2B5EF4-FFF2-40B4-BE49-F238E27FC236}">
                <a16:creationId xmlns:a16="http://schemas.microsoft.com/office/drawing/2014/main" id="{130B4B13-217E-4097-8A1E-763C0BE24E5C}"/>
              </a:ext>
            </a:extLst>
          </p:cNvPr>
          <p:cNvSpPr>
            <a:spLocks xmlns:a="http://schemas.openxmlformats.org/drawingml/2006/main" noGrp="1"/>
          </p:cNvSpPr>
          <p:nvPr/>
        </p:nvSpPr>
        <p:spPr>
          <a:xfrm xmlns:a="http://schemas.openxmlformats.org/drawingml/2006/main">
            <a:off x="609600" y="6076950"/>
            <a:ext cx="10972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a:solidFill>
                  <a:srgbClr val="9AA8BC"/>
                </a:solidFill>
                <a:latin typeface="Segoe UI"/>
                <a:ea typeface="Segoe UI"/>
                <a:cs typeface="Segoe UI"/>
              </a:defRPr>
            </a:defPPr>
            <a:lvl1pPr algn="l">
              <a:defRPr sz="1050">
                <a:solidFill>
                  <a:srgbClr val="9AA8BC"/>
                </a:solidFill>
                <a:latin typeface="Segoe UI"/>
                <a:ea typeface="Segoe UI"/>
                <a:cs typeface="Segoe UI"/>
              </a:defRPr>
            </a:lvl1pPr>
            <a:lvl2pPr algn="l">
              <a:defRPr sz="1050">
                <a:solidFill>
                  <a:srgbClr val="9AA8BC"/>
                </a:solidFill>
                <a:latin typeface="Segoe UI"/>
                <a:ea typeface="Segoe UI"/>
                <a:cs typeface="Segoe UI"/>
              </a:defRPr>
            </a:lvl2pPr>
            <a:lvl3pPr algn="l">
              <a:defRPr sz="1050">
                <a:solidFill>
                  <a:srgbClr val="9AA8BC"/>
                </a:solidFill>
                <a:latin typeface="Segoe UI"/>
                <a:ea typeface="Segoe UI"/>
                <a:cs typeface="Segoe UI"/>
              </a:defRPr>
            </a:lvl3pPr>
            <a:lvl4pPr algn="l">
              <a:defRPr sz="1050">
                <a:solidFill>
                  <a:srgbClr val="9AA8BC"/>
                </a:solidFill>
                <a:latin typeface="Segoe UI"/>
                <a:ea typeface="Segoe UI"/>
                <a:cs typeface="Segoe UI"/>
              </a:defRPr>
            </a:lvl4pPr>
            <a:lvl5pPr algn="l">
              <a:defRPr sz="1050">
                <a:solidFill>
                  <a:srgbClr val="9AA8BC"/>
                </a:solidFill>
                <a:latin typeface="Segoe UI"/>
                <a:ea typeface="Segoe UI"/>
                <a:cs typeface="Segoe UI"/>
              </a:defRPr>
            </a:lvl5pPr>
            <a:lvl6pPr algn="l">
              <a:defRPr sz="1050">
                <a:solidFill>
                  <a:srgbClr val="9AA8BC"/>
                </a:solidFill>
                <a:latin typeface="Segoe UI"/>
                <a:ea typeface="Segoe UI"/>
                <a:cs typeface="Segoe UI"/>
              </a:defRPr>
            </a:lvl6pPr>
            <a:lvl7pPr algn="l">
              <a:defRPr sz="1050">
                <a:solidFill>
                  <a:srgbClr val="9AA8BC"/>
                </a:solidFill>
                <a:latin typeface="Segoe UI"/>
                <a:ea typeface="Segoe UI"/>
                <a:cs typeface="Segoe UI"/>
              </a:defRPr>
            </a:lvl7pPr>
            <a:lvl8pPr algn="l">
              <a:defRPr sz="1050">
                <a:solidFill>
                  <a:srgbClr val="9AA8BC"/>
                </a:solidFill>
                <a:latin typeface="Segoe UI"/>
                <a:ea typeface="Segoe UI"/>
                <a:cs typeface="Segoe UI"/>
              </a:defRPr>
            </a:lvl8pPr>
            <a:lvl9pPr algn="l">
              <a:defRPr sz="1050">
                <a:solidFill>
                  <a:srgbClr val="9AA8BC"/>
                </a:solidFill>
                <a:latin typeface="Segoe UI"/>
                <a:ea typeface="Segoe UI"/>
                <a:cs typeface="Segoe UI"/>
              </a:defRPr>
            </a:lvl9pPr>
          </a:lstStyle>
          <a:p xmlns:a="http://schemas.openxmlformats.org/drawingml/2006/main">
            <a:pPr algn="l">
              <a:defRPr sz="1050">
                <a:solidFill>
                  <a:srgbClr val="9AA8BC"/>
                </a:solidFill>
                <a:latin typeface="Segoe UI"/>
                <a:ea typeface="Segoe UI"/>
                <a:cs typeface="Segoe UI"/>
              </a:defRPr>
            </a:pPr>
            <a:r>
              <a:rPr sz="1050">
                <a:solidFill>
                  <a:srgbClr val="9AA8BC"/>
                </a:solidFill>
                <a:latin typeface="Segoe UI"/>
                <a:ea typeface="Segoe UI"/>
                <a:cs typeface="Segoe UI"/>
              </a:rPr>
              <a:t>Session score averages all attempts, including retries. Evidence applies once; confidence +0.05 per attempt (cap 1.0); mastery decays 0.005 per inactive day.</a:t>
            </a:r>
          </a:p>
        </p:txBody>
      </p:sp>
    </p:spTree>
    <p:extLst>
      <p:ext uri="{BB962C8B-B14F-4D97-AF65-F5344CB8AC3E}">
        <p14:creationId xmlns:p14="http://schemas.microsoft.com/office/powerpoint/2010/main" val="1511775862"/>
      </p:ext>
    </p:extLst>
  </p:cSld>
</p:sld>
</file>

<file path=ppt/slides/slide6.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sp>
        <p:nvSpPr>
          <p:cNvPr id="36" name="eyebrow-06  /  RESULTS &amp; MEMORY">
            <a:extLst xmlns:a="http://schemas.openxmlformats.org/drawingml/2006/main">
              <a:ext uri="{FF2B5EF4-FFF2-40B4-BE49-F238E27FC236}">
                <a16:creationId xmlns:a16="http://schemas.microsoft.com/office/drawing/2014/main" id="{7715D1C5-DD22-4B7F-AEA3-F38D945F0CA4}"/>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06  /  RESULTS &amp; MEMORY</a:t>
            </a:r>
          </a:p>
        </p:txBody>
      </p:sp>
      <p:sp>
        <p:nvSpPr>
          <p:cNvPr id="2" name="title-06  /  RESULTS &amp; MEMORY">
            <a:extLst xmlns:a="http://schemas.openxmlformats.org/drawingml/2006/main">
              <a:ext uri="{FF2B5EF4-FFF2-40B4-BE49-F238E27FC236}">
                <a16:creationId xmlns:a16="http://schemas.microsoft.com/office/drawing/2014/main" id="{409840C8-B2FB-413F-BA00-CD3FDE537836}"/>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Quiz results update the learner and close the turn</a:t>
            </a:r>
          </a:p>
        </p:txBody>
      </p:sp>
      <p:sp>
        <p:nvSpPr>
          <p:cNvPr id="3" name="subtitle-06  /  RESULTS &amp; MEMORY">
            <a:extLst xmlns:a="http://schemas.openxmlformats.org/drawingml/2006/main">
              <a:ext uri="{FF2B5EF4-FFF2-40B4-BE49-F238E27FC236}">
                <a16:creationId xmlns:a16="http://schemas.microsoft.com/office/drawing/2014/main" id="{AF68F43E-DBC1-44D3-B67F-8F955C220CEA}"/>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graph applies evidence once, summarizes the session, stores the report and sends the final response through accessibility.</a:t>
            </a:r>
          </a:p>
        </p:txBody>
      </p:sp>
      <p:sp>
        <p:nvSpPr>
          <p:cNvPr id="4" name="results-postgres-logo-tile">
            <a:extLst xmlns:a="http://schemas.openxmlformats.org/drawingml/2006/main">
              <a:ext uri="{FF2B5EF4-FFF2-40B4-BE49-F238E27FC236}">
                <a16:creationId xmlns:a16="http://schemas.microsoft.com/office/drawing/2014/main" id="{5573E663-44DC-47D8-BBAF-3373486EBB21}"/>
              </a:ext>
            </a:extLst>
          </p:cNvPr>
          <p:cNvSpPr>
            <a:spLocks xmlns:a="http://schemas.openxmlformats.org/drawingml/2006/main" noGrp="1"/>
          </p:cNvSpPr>
          <p:nvPr/>
        </p:nvSpPr>
        <p:spPr>
          <a:xfrm xmlns:a="http://schemas.openxmlformats.org/drawingml/2006/main">
            <a:off x="10896600"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4194DE9C-EDB9-40B7-BF70-65C77A16A05D}"/>
              </a:ext>
            </a:extLst>
          </p:cNvPr>
          <p:cNvPicPr>
            <a:picLocks xmlns:a="http://schemas.openxmlformats.org/drawingml/2006/main" noChangeAspect="1"/>
          </p:cNvPicPr>
          <p:nvPr/>
        </p:nvPicPr>
        <p:blipFill>
          <a:blip xmlns:r="http://schemas.openxmlformats.org/officeDocument/2006/relationships" xmlns:a="http://schemas.openxmlformats.org/drawingml/2006/main" r:embed="R6074071917c14fc6">
            <a:extLst>
              <a:ext uri="{96DAC541-7B7A-43D3-8B79-37D633B846F1}">
                <asvg:svgBlip xmlns:asvg="http://schemas.microsoft.com/office/drawing/2016/SVG/main" r:embed="R50ed56bac83a4b69"/>
              </a:ext>
            </a:extLst>
          </a:blip>
          <a:stretch xmlns:a="http://schemas.openxmlformats.org/drawingml/2006/main"/>
        </p:blipFill>
        <p:spPr>
          <a:xfrm xmlns:a="http://schemas.openxmlformats.org/drawingml/2006/main">
            <a:off x="10944225" y="600075"/>
            <a:ext cx="200025" cy="200025"/>
          </a:xfrm>
          <a:prstGeom xmlns:a="http://schemas.openxmlformats.org/drawingml/2006/main" prst="rect">
            <a:avLst/>
          </a:prstGeom>
        </p:spPr>
      </p:pic>
      <p:sp>
        <p:nvSpPr>
          <p:cNvPr id="6" name="results-redis-logo-tile">
            <a:extLst xmlns:a="http://schemas.openxmlformats.org/drawingml/2006/main">
              <a:ext uri="{FF2B5EF4-FFF2-40B4-BE49-F238E27FC236}">
                <a16:creationId xmlns:a16="http://schemas.microsoft.com/office/drawing/2014/main" id="{65253484-1630-41FC-A288-F62108093925}"/>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7" name="">
            <a:extLst xmlns:a="http://schemas.openxmlformats.org/drawingml/2006/main">
              <a:ext uri="{FF2B5EF4-FFF2-40B4-BE49-F238E27FC236}">
                <a16:creationId xmlns:a16="http://schemas.microsoft.com/office/drawing/2014/main" id="{A91A7724-A385-41B5-8E56-6F6D4382AB7E}"/>
              </a:ext>
            </a:extLst>
          </p:cNvPr>
          <p:cNvPicPr>
            <a:picLocks xmlns:a="http://schemas.openxmlformats.org/drawingml/2006/main" noChangeAspect="1"/>
          </p:cNvPicPr>
          <p:nvPr/>
        </p:nvPicPr>
        <p:blipFill>
          <a:blip xmlns:r="http://schemas.openxmlformats.org/officeDocument/2006/relationships" xmlns:a="http://schemas.openxmlformats.org/drawingml/2006/main" r:embed="R71adb8c462084757">
            <a:extLst>
              <a:ext uri="{96DAC541-7B7A-43D3-8B79-37D633B846F1}">
                <asvg:svgBlip xmlns:asvg="http://schemas.microsoft.com/office/drawing/2016/SVG/main" r:embed="R4a4fc947fb3149fe"/>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8" name="result-model-card">
            <a:extLst xmlns:a="http://schemas.openxmlformats.org/drawingml/2006/main">
              <a:ext uri="{FF2B5EF4-FFF2-40B4-BE49-F238E27FC236}">
                <a16:creationId xmlns:a16="http://schemas.microsoft.com/office/drawing/2014/main" id="{8BE0B255-E428-439C-BCA2-DC7549B1F6B5}"/>
              </a:ext>
            </a:extLst>
          </p:cNvPr>
          <p:cNvSpPr>
            <a:spLocks xmlns:a="http://schemas.openxmlformats.org/drawingml/2006/main" noGrp="1"/>
          </p:cNvSpPr>
          <p:nvPr/>
        </p:nvSpPr>
        <p:spPr>
          <a:xfrm xmlns:a="http://schemas.openxmlformats.org/drawingml/2006/main">
            <a:off x="514350" y="1562100"/>
            <a:ext cx="2647950" cy="2133600"/>
          </a:xfrm>
          <a:prstGeom xmlns:a="http://schemas.openxmlformats.org/drawingml/2006/main" prst="roundRect">
            <a:avLst>
              <a:gd name="adj" fmla="val 5357"/>
            </a:avLst>
          </a:prstGeom>
          <a:solidFill xmlns:a="http://schemas.openxmlformats.org/drawingml/2006/main">
            <a:srgbClr val="172238"/>
          </a:solidFill>
          <a:ln xmlns:a="http://schemas.openxmlformats.org/drawingml/2006/main" w="13335">
            <a:solidFill>
              <a:srgbClr val="D4ED50"/>
            </a:solidFill>
            <a:prstDash val="solid"/>
          </a:ln>
        </p:spPr>
      </p:sp>
      <p:sp>
        <p:nvSpPr>
          <p:cNvPr id="9" name="result-model-title">
            <a:extLst xmlns:a="http://schemas.openxmlformats.org/drawingml/2006/main">
              <a:ext uri="{FF2B5EF4-FFF2-40B4-BE49-F238E27FC236}">
                <a16:creationId xmlns:a16="http://schemas.microsoft.com/office/drawing/2014/main" id="{CF8CBE6E-363F-4E08-BB86-84050AE7F0C6}"/>
              </a:ext>
            </a:extLst>
          </p:cNvPr>
          <p:cNvSpPr>
            <a:spLocks xmlns:a="http://schemas.openxmlformats.org/drawingml/2006/main" noGrp="1"/>
          </p:cNvSpPr>
          <p:nvPr/>
        </p:nvSpPr>
        <p:spPr>
          <a:xfrm xmlns:a="http://schemas.openxmlformats.org/drawingml/2006/main">
            <a:off x="685800" y="1704975"/>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D4ED50"/>
                </a:solidFill>
                <a:latin typeface="Segoe UI"/>
                <a:ea typeface="Segoe UI"/>
                <a:cs typeface="Segoe UI"/>
              </a:defRPr>
            </a:defPPr>
            <a:lvl1pPr algn="l">
              <a:defRPr sz="1350" b="1">
                <a:solidFill>
                  <a:srgbClr val="D4ED50"/>
                </a:solidFill>
                <a:latin typeface="Segoe UI"/>
                <a:ea typeface="Segoe UI"/>
                <a:cs typeface="Segoe UI"/>
              </a:defRPr>
            </a:lvl1pPr>
            <a:lvl2pPr algn="l">
              <a:defRPr sz="1350" b="1">
                <a:solidFill>
                  <a:srgbClr val="D4ED50"/>
                </a:solidFill>
                <a:latin typeface="Segoe UI"/>
                <a:ea typeface="Segoe UI"/>
                <a:cs typeface="Segoe UI"/>
              </a:defRPr>
            </a:lvl2pPr>
            <a:lvl3pPr algn="l">
              <a:defRPr sz="1350" b="1">
                <a:solidFill>
                  <a:srgbClr val="D4ED50"/>
                </a:solidFill>
                <a:latin typeface="Segoe UI"/>
                <a:ea typeface="Segoe UI"/>
                <a:cs typeface="Segoe UI"/>
              </a:defRPr>
            </a:lvl3pPr>
            <a:lvl4pPr algn="l">
              <a:defRPr sz="1350" b="1">
                <a:solidFill>
                  <a:srgbClr val="D4ED50"/>
                </a:solidFill>
                <a:latin typeface="Segoe UI"/>
                <a:ea typeface="Segoe UI"/>
                <a:cs typeface="Segoe UI"/>
              </a:defRPr>
            </a:lvl4pPr>
            <a:lvl5pPr algn="l">
              <a:defRPr sz="1350" b="1">
                <a:solidFill>
                  <a:srgbClr val="D4ED50"/>
                </a:solidFill>
                <a:latin typeface="Segoe UI"/>
                <a:ea typeface="Segoe UI"/>
                <a:cs typeface="Segoe UI"/>
              </a:defRPr>
            </a:lvl5pPr>
            <a:lvl6pPr algn="l">
              <a:defRPr sz="1350" b="1">
                <a:solidFill>
                  <a:srgbClr val="D4ED50"/>
                </a:solidFill>
                <a:latin typeface="Segoe UI"/>
                <a:ea typeface="Segoe UI"/>
                <a:cs typeface="Segoe UI"/>
              </a:defRPr>
            </a:lvl6pPr>
            <a:lvl7pPr algn="l">
              <a:defRPr sz="1350" b="1">
                <a:solidFill>
                  <a:srgbClr val="D4ED50"/>
                </a:solidFill>
                <a:latin typeface="Segoe UI"/>
                <a:ea typeface="Segoe UI"/>
                <a:cs typeface="Segoe UI"/>
              </a:defRPr>
            </a:lvl7pPr>
            <a:lvl8pPr algn="l">
              <a:defRPr sz="1350" b="1">
                <a:solidFill>
                  <a:srgbClr val="D4ED50"/>
                </a:solidFill>
                <a:latin typeface="Segoe UI"/>
                <a:ea typeface="Segoe UI"/>
                <a:cs typeface="Segoe UI"/>
              </a:defRPr>
            </a:lvl8pPr>
            <a:lvl9pPr algn="l">
              <a:defRPr sz="1350" b="1">
                <a:solidFill>
                  <a:srgbClr val="D4ED50"/>
                </a:solidFill>
                <a:latin typeface="Segoe UI"/>
                <a:ea typeface="Segoe UI"/>
                <a:cs typeface="Segoe UI"/>
              </a:defRPr>
            </a:lvl9pPr>
          </a:lstStyle>
          <a:p xmlns:a="http://schemas.openxmlformats.org/drawingml/2006/main">
            <a:pPr algn="l">
              <a:defRPr sz="1350" b="1">
                <a:solidFill>
                  <a:srgbClr val="D4ED50"/>
                </a:solidFill>
                <a:latin typeface="Segoe UI"/>
                <a:ea typeface="Segoe UI"/>
                <a:cs typeface="Segoe UI"/>
              </a:defRPr>
            </a:pPr>
            <a:r>
              <a:rPr sz="1350" b="1">
                <a:solidFill>
                  <a:srgbClr val="D4ED50"/>
                </a:solidFill>
                <a:latin typeface="Segoe UI"/>
                <a:ea typeface="Segoe UI"/>
                <a:cs typeface="Segoe UI"/>
              </a:rPr>
              <a:t>01  Student model</a:t>
            </a:r>
          </a:p>
        </p:txBody>
      </p:sp>
      <p:sp>
        <p:nvSpPr>
          <p:cNvPr id="10" name="result-model-body">
            <a:extLst xmlns:a="http://schemas.openxmlformats.org/drawingml/2006/main">
              <a:ext uri="{FF2B5EF4-FFF2-40B4-BE49-F238E27FC236}">
                <a16:creationId xmlns:a16="http://schemas.microsoft.com/office/drawing/2014/main" id="{94642838-AF40-4088-8916-06656788C3CB}"/>
              </a:ext>
            </a:extLst>
          </p:cNvPr>
          <p:cNvSpPr>
            <a:spLocks xmlns:a="http://schemas.openxmlformats.org/drawingml/2006/main" noGrp="1"/>
          </p:cNvSpPr>
          <p:nvPr/>
        </p:nvSpPr>
        <p:spPr>
          <a:xfrm xmlns:a="http://schemas.openxmlformats.org/drawingml/2006/main">
            <a:off x="685800" y="2038350"/>
            <a:ext cx="23050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Applies only attempts after the mastery_applied_attempts cursor.</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Updates valid concept evidence once, advances current_question_index and resets retry count.</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Only unscoped quizzes update global mastery.</a:t>
            </a:r>
          </a:p>
        </p:txBody>
      </p:sp>
      <p:sp>
        <p:nvSpPr>
          <p:cNvPr id="11" name="result-analyzer-card">
            <a:extLst xmlns:a="http://schemas.openxmlformats.org/drawingml/2006/main">
              <a:ext uri="{FF2B5EF4-FFF2-40B4-BE49-F238E27FC236}">
                <a16:creationId xmlns:a16="http://schemas.microsoft.com/office/drawing/2014/main" id="{BC2A1E06-29DB-4950-8AE5-6000B3129C0A}"/>
              </a:ext>
            </a:extLst>
          </p:cNvPr>
          <p:cNvSpPr>
            <a:spLocks xmlns:a="http://schemas.openxmlformats.org/drawingml/2006/main" noGrp="1"/>
          </p:cNvSpPr>
          <p:nvPr/>
        </p:nvSpPr>
        <p:spPr>
          <a:xfrm xmlns:a="http://schemas.openxmlformats.org/drawingml/2006/main">
            <a:off x="3362325" y="1562100"/>
            <a:ext cx="2647950" cy="2133600"/>
          </a:xfrm>
          <a:prstGeom xmlns:a="http://schemas.openxmlformats.org/drawingml/2006/main" prst="roundRect">
            <a:avLst>
              <a:gd name="adj" fmla="val 5357"/>
            </a:avLst>
          </a:prstGeom>
          <a:solidFill xmlns:a="http://schemas.openxmlformats.org/drawingml/2006/main">
            <a:srgbClr val="211D31"/>
          </a:solidFill>
          <a:ln xmlns:a="http://schemas.openxmlformats.org/drawingml/2006/main" w="13335">
            <a:solidFill>
              <a:srgbClr val="A38AFF"/>
            </a:solidFill>
            <a:prstDash val="solid"/>
          </a:ln>
        </p:spPr>
      </p:sp>
      <p:sp>
        <p:nvSpPr>
          <p:cNvPr id="12" name="result-analyzer-title">
            <a:extLst xmlns:a="http://schemas.openxmlformats.org/drawingml/2006/main">
              <a:ext uri="{FF2B5EF4-FFF2-40B4-BE49-F238E27FC236}">
                <a16:creationId xmlns:a16="http://schemas.microsoft.com/office/drawing/2014/main" id="{B9057546-9AB1-49E4-BB97-CB6C81B2A81E}"/>
              </a:ext>
            </a:extLst>
          </p:cNvPr>
          <p:cNvSpPr>
            <a:spLocks xmlns:a="http://schemas.openxmlformats.org/drawingml/2006/main" noGrp="1"/>
          </p:cNvSpPr>
          <p:nvPr/>
        </p:nvSpPr>
        <p:spPr>
          <a:xfrm xmlns:a="http://schemas.openxmlformats.org/drawingml/2006/main">
            <a:off x="3533775" y="1704975"/>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A38AFF"/>
                </a:solidFill>
                <a:latin typeface="Segoe UI"/>
                <a:ea typeface="Segoe UI"/>
                <a:cs typeface="Segoe UI"/>
              </a:defRPr>
            </a:defPPr>
            <a:lvl1pPr algn="l">
              <a:defRPr sz="1350" b="1">
                <a:solidFill>
                  <a:srgbClr val="A38AFF"/>
                </a:solidFill>
                <a:latin typeface="Segoe UI"/>
                <a:ea typeface="Segoe UI"/>
                <a:cs typeface="Segoe UI"/>
              </a:defRPr>
            </a:lvl1pPr>
            <a:lvl2pPr algn="l">
              <a:defRPr sz="1350" b="1">
                <a:solidFill>
                  <a:srgbClr val="A38AFF"/>
                </a:solidFill>
                <a:latin typeface="Segoe UI"/>
                <a:ea typeface="Segoe UI"/>
                <a:cs typeface="Segoe UI"/>
              </a:defRPr>
            </a:lvl2pPr>
            <a:lvl3pPr algn="l">
              <a:defRPr sz="1350" b="1">
                <a:solidFill>
                  <a:srgbClr val="A38AFF"/>
                </a:solidFill>
                <a:latin typeface="Segoe UI"/>
                <a:ea typeface="Segoe UI"/>
                <a:cs typeface="Segoe UI"/>
              </a:defRPr>
            </a:lvl3pPr>
            <a:lvl4pPr algn="l">
              <a:defRPr sz="1350" b="1">
                <a:solidFill>
                  <a:srgbClr val="A38AFF"/>
                </a:solidFill>
                <a:latin typeface="Segoe UI"/>
                <a:ea typeface="Segoe UI"/>
                <a:cs typeface="Segoe UI"/>
              </a:defRPr>
            </a:lvl4pPr>
            <a:lvl5pPr algn="l">
              <a:defRPr sz="1350" b="1">
                <a:solidFill>
                  <a:srgbClr val="A38AFF"/>
                </a:solidFill>
                <a:latin typeface="Segoe UI"/>
                <a:ea typeface="Segoe UI"/>
                <a:cs typeface="Segoe UI"/>
              </a:defRPr>
            </a:lvl5pPr>
            <a:lvl6pPr algn="l">
              <a:defRPr sz="1350" b="1">
                <a:solidFill>
                  <a:srgbClr val="A38AFF"/>
                </a:solidFill>
                <a:latin typeface="Segoe UI"/>
                <a:ea typeface="Segoe UI"/>
                <a:cs typeface="Segoe UI"/>
              </a:defRPr>
            </a:lvl6pPr>
            <a:lvl7pPr algn="l">
              <a:defRPr sz="1350" b="1">
                <a:solidFill>
                  <a:srgbClr val="A38AFF"/>
                </a:solidFill>
                <a:latin typeface="Segoe UI"/>
                <a:ea typeface="Segoe UI"/>
                <a:cs typeface="Segoe UI"/>
              </a:defRPr>
            </a:lvl7pPr>
            <a:lvl8pPr algn="l">
              <a:defRPr sz="1350" b="1">
                <a:solidFill>
                  <a:srgbClr val="A38AFF"/>
                </a:solidFill>
                <a:latin typeface="Segoe UI"/>
                <a:ea typeface="Segoe UI"/>
                <a:cs typeface="Segoe UI"/>
              </a:defRPr>
            </a:lvl8pPr>
            <a:lvl9pPr algn="l">
              <a:defRPr sz="1350" b="1">
                <a:solidFill>
                  <a:srgbClr val="A38AFF"/>
                </a:solidFill>
                <a:latin typeface="Segoe UI"/>
                <a:ea typeface="Segoe UI"/>
                <a:cs typeface="Segoe UI"/>
              </a:defRPr>
            </a:lvl9pPr>
          </a:lstStyle>
          <a:p xmlns:a="http://schemas.openxmlformats.org/drawingml/2006/main">
            <a:pPr algn="l">
              <a:defRPr sz="1350" b="1">
                <a:solidFill>
                  <a:srgbClr val="A38AFF"/>
                </a:solidFill>
                <a:latin typeface="Segoe UI"/>
                <a:ea typeface="Segoe UI"/>
                <a:cs typeface="Segoe UI"/>
              </a:defRPr>
            </a:pPr>
            <a:r>
              <a:rPr sz="1350" b="1">
                <a:solidFill>
                  <a:srgbClr val="A38AFF"/>
                </a:solidFill>
                <a:latin typeface="Segoe UI"/>
                <a:ea typeface="Segoe UI"/>
                <a:cs typeface="Segoe UI"/>
              </a:rPr>
              <a:t>02  Quiz analyzer</a:t>
            </a:r>
          </a:p>
        </p:txBody>
      </p:sp>
      <p:sp>
        <p:nvSpPr>
          <p:cNvPr id="13" name="result-analyzer-body">
            <a:extLst xmlns:a="http://schemas.openxmlformats.org/drawingml/2006/main">
              <a:ext uri="{FF2B5EF4-FFF2-40B4-BE49-F238E27FC236}">
                <a16:creationId xmlns:a16="http://schemas.microsoft.com/office/drawing/2014/main" id="{3E4E4547-DAEF-4A5D-A793-ADBB7EF8C78A}"/>
              </a:ext>
            </a:extLst>
          </p:cNvPr>
          <p:cNvSpPr>
            <a:spLocks xmlns:a="http://schemas.openxmlformats.org/drawingml/2006/main" noGrp="1"/>
          </p:cNvSpPr>
          <p:nvPr/>
        </p:nvSpPr>
        <p:spPr>
          <a:xfrm xmlns:a="http://schemas.openxmlformats.org/drawingml/2006/main">
            <a:off x="3533775" y="2038350"/>
            <a:ext cx="23050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Reads all questions + attempts; computes concept averages.</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LLM identifies misconceptions, weak/strong concepts and 1–3 remediation actions.</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Writes student/teacher summaries into state; no direct DB write.</a:t>
            </a:r>
          </a:p>
        </p:txBody>
      </p:sp>
      <p:sp>
        <p:nvSpPr>
          <p:cNvPr id="14" name="result-analytics-card">
            <a:extLst xmlns:a="http://schemas.openxmlformats.org/drawingml/2006/main">
              <a:ext uri="{FF2B5EF4-FFF2-40B4-BE49-F238E27FC236}">
                <a16:creationId xmlns:a16="http://schemas.microsoft.com/office/drawing/2014/main" id="{A901AE7D-B131-44C9-ABF7-8354984DB4E9}"/>
              </a:ext>
            </a:extLst>
          </p:cNvPr>
          <p:cNvSpPr>
            <a:spLocks xmlns:a="http://schemas.openxmlformats.org/drawingml/2006/main" noGrp="1"/>
          </p:cNvSpPr>
          <p:nvPr/>
        </p:nvSpPr>
        <p:spPr>
          <a:xfrm xmlns:a="http://schemas.openxmlformats.org/drawingml/2006/main">
            <a:off x="6210300" y="1562100"/>
            <a:ext cx="2647950" cy="2133600"/>
          </a:xfrm>
          <a:prstGeom xmlns:a="http://schemas.openxmlformats.org/drawingml/2006/main" prst="roundRect">
            <a:avLst>
              <a:gd name="adj" fmla="val 5357"/>
            </a:avLst>
          </a:prstGeom>
          <a:solidFill xmlns:a="http://schemas.openxmlformats.org/drawingml/2006/main">
            <a:srgbClr val="15252B"/>
          </a:solidFill>
          <a:ln xmlns:a="http://schemas.openxmlformats.org/drawingml/2006/main" w="13335">
            <a:solidFill>
              <a:srgbClr val="37C9C4"/>
            </a:solidFill>
            <a:prstDash val="solid"/>
          </a:ln>
        </p:spPr>
      </p:sp>
      <p:sp>
        <p:nvSpPr>
          <p:cNvPr id="15" name="result-analytics-title">
            <a:extLst xmlns:a="http://schemas.openxmlformats.org/drawingml/2006/main">
              <a:ext uri="{FF2B5EF4-FFF2-40B4-BE49-F238E27FC236}">
                <a16:creationId xmlns:a16="http://schemas.microsoft.com/office/drawing/2014/main" id="{67F82CD4-A2D1-41B6-9FC4-8828FAA57E8C}"/>
              </a:ext>
            </a:extLst>
          </p:cNvPr>
          <p:cNvSpPr>
            <a:spLocks xmlns:a="http://schemas.openxmlformats.org/drawingml/2006/main" noGrp="1"/>
          </p:cNvSpPr>
          <p:nvPr/>
        </p:nvSpPr>
        <p:spPr>
          <a:xfrm xmlns:a="http://schemas.openxmlformats.org/drawingml/2006/main">
            <a:off x="6381750" y="1704975"/>
            <a:ext cx="2305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37C9C4"/>
                </a:solidFill>
                <a:latin typeface="Segoe UI"/>
                <a:ea typeface="Segoe UI"/>
                <a:cs typeface="Segoe UI"/>
              </a:defRPr>
            </a:defPPr>
            <a:lvl1pPr algn="l">
              <a:defRPr sz="1350" b="1">
                <a:solidFill>
                  <a:srgbClr val="37C9C4"/>
                </a:solidFill>
                <a:latin typeface="Segoe UI"/>
                <a:ea typeface="Segoe UI"/>
                <a:cs typeface="Segoe UI"/>
              </a:defRPr>
            </a:lvl1pPr>
            <a:lvl2pPr algn="l">
              <a:defRPr sz="1350" b="1">
                <a:solidFill>
                  <a:srgbClr val="37C9C4"/>
                </a:solidFill>
                <a:latin typeface="Segoe UI"/>
                <a:ea typeface="Segoe UI"/>
                <a:cs typeface="Segoe UI"/>
              </a:defRPr>
            </a:lvl2pPr>
            <a:lvl3pPr algn="l">
              <a:defRPr sz="1350" b="1">
                <a:solidFill>
                  <a:srgbClr val="37C9C4"/>
                </a:solidFill>
                <a:latin typeface="Segoe UI"/>
                <a:ea typeface="Segoe UI"/>
                <a:cs typeface="Segoe UI"/>
              </a:defRPr>
            </a:lvl3pPr>
            <a:lvl4pPr algn="l">
              <a:defRPr sz="1350" b="1">
                <a:solidFill>
                  <a:srgbClr val="37C9C4"/>
                </a:solidFill>
                <a:latin typeface="Segoe UI"/>
                <a:ea typeface="Segoe UI"/>
                <a:cs typeface="Segoe UI"/>
              </a:defRPr>
            </a:lvl4pPr>
            <a:lvl5pPr algn="l">
              <a:defRPr sz="1350" b="1">
                <a:solidFill>
                  <a:srgbClr val="37C9C4"/>
                </a:solidFill>
                <a:latin typeface="Segoe UI"/>
                <a:ea typeface="Segoe UI"/>
                <a:cs typeface="Segoe UI"/>
              </a:defRPr>
            </a:lvl5pPr>
            <a:lvl6pPr algn="l">
              <a:defRPr sz="1350" b="1">
                <a:solidFill>
                  <a:srgbClr val="37C9C4"/>
                </a:solidFill>
                <a:latin typeface="Segoe UI"/>
                <a:ea typeface="Segoe UI"/>
                <a:cs typeface="Segoe UI"/>
              </a:defRPr>
            </a:lvl6pPr>
            <a:lvl7pPr algn="l">
              <a:defRPr sz="1350" b="1">
                <a:solidFill>
                  <a:srgbClr val="37C9C4"/>
                </a:solidFill>
                <a:latin typeface="Segoe UI"/>
                <a:ea typeface="Segoe UI"/>
                <a:cs typeface="Segoe UI"/>
              </a:defRPr>
            </a:lvl7pPr>
            <a:lvl8pPr algn="l">
              <a:defRPr sz="1350" b="1">
                <a:solidFill>
                  <a:srgbClr val="37C9C4"/>
                </a:solidFill>
                <a:latin typeface="Segoe UI"/>
                <a:ea typeface="Segoe UI"/>
                <a:cs typeface="Segoe UI"/>
              </a:defRPr>
            </a:lvl8pPr>
            <a:lvl9pPr algn="l">
              <a:defRPr sz="1350" b="1">
                <a:solidFill>
                  <a:srgbClr val="37C9C4"/>
                </a:solidFill>
                <a:latin typeface="Segoe UI"/>
                <a:ea typeface="Segoe UI"/>
                <a:cs typeface="Segoe UI"/>
              </a:defRPr>
            </a:lvl9pPr>
          </a:lstStyle>
          <a:p xmlns:a="http://schemas.openxmlformats.org/drawingml/2006/main">
            <a:pPr algn="l">
              <a:defRPr sz="1350" b="1">
                <a:solidFill>
                  <a:srgbClr val="37C9C4"/>
                </a:solidFill>
                <a:latin typeface="Segoe UI"/>
                <a:ea typeface="Segoe UI"/>
                <a:cs typeface="Segoe UI"/>
              </a:defRPr>
            </a:pPr>
            <a:r>
              <a:rPr sz="1350" b="1">
                <a:solidFill>
                  <a:srgbClr val="37C9C4"/>
                </a:solidFill>
                <a:latin typeface="Segoe UI"/>
                <a:ea typeface="Segoe UI"/>
                <a:cs typeface="Segoe UI"/>
              </a:rPr>
              <a:t>03  Analytics</a:t>
            </a:r>
          </a:p>
        </p:txBody>
      </p:sp>
      <p:sp>
        <p:nvSpPr>
          <p:cNvPr id="16" name="result-analytics-body">
            <a:extLst xmlns:a="http://schemas.openxmlformats.org/drawingml/2006/main">
              <a:ext uri="{FF2B5EF4-FFF2-40B4-BE49-F238E27FC236}">
                <a16:creationId xmlns:a16="http://schemas.microsoft.com/office/drawing/2014/main" id="{031BD37C-B89A-4D36-A753-8B16A2D40C86}"/>
              </a:ext>
            </a:extLst>
          </p:cNvPr>
          <p:cNvSpPr>
            <a:spLocks xmlns:a="http://schemas.openxmlformats.org/drawingml/2006/main" noGrp="1"/>
          </p:cNvSpPr>
          <p:nvPr/>
        </p:nvSpPr>
        <p:spPr>
          <a:xfrm xmlns:a="http://schemas.openxmlformats.org/drawingml/2006/main">
            <a:off x="6381750" y="2038350"/>
            <a:ext cx="2305050"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Summarizes mastery, quiz average, weak/strong concepts, streak, sessions and engagement.</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Assessment-managed → state preview only.</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Regular path → monthly aggregate + best-effort analytics_reports save.</a:t>
            </a:r>
          </a:p>
        </p:txBody>
      </p:sp>
      <p:sp>
        <p:nvSpPr>
          <p:cNvPr id="17" name="result-recommendation-card">
            <a:extLst xmlns:a="http://schemas.openxmlformats.org/drawingml/2006/main">
              <a:ext uri="{FF2B5EF4-FFF2-40B4-BE49-F238E27FC236}">
                <a16:creationId xmlns:a16="http://schemas.microsoft.com/office/drawing/2014/main" id="{1E094CDB-AA67-4893-BB8F-0E18F03E0F9D}"/>
              </a:ext>
            </a:extLst>
          </p:cNvPr>
          <p:cNvSpPr>
            <a:spLocks xmlns:a="http://schemas.openxmlformats.org/drawingml/2006/main" noGrp="1"/>
          </p:cNvSpPr>
          <p:nvPr/>
        </p:nvSpPr>
        <p:spPr>
          <a:xfrm xmlns:a="http://schemas.openxmlformats.org/drawingml/2006/main">
            <a:off x="9058275" y="1562100"/>
            <a:ext cx="2619375" cy="2133600"/>
          </a:xfrm>
          <a:prstGeom xmlns:a="http://schemas.openxmlformats.org/drawingml/2006/main" prst="roundRect">
            <a:avLst>
              <a:gd name="adj" fmla="val 5357"/>
            </a:avLst>
          </a:prstGeom>
          <a:solidFill xmlns:a="http://schemas.openxmlformats.org/drawingml/2006/main">
            <a:srgbClr val="172238"/>
          </a:solidFill>
          <a:ln xmlns:a="http://schemas.openxmlformats.org/drawingml/2006/main" w="13335">
            <a:solidFill>
              <a:srgbClr val="6877FF"/>
            </a:solidFill>
            <a:prstDash val="solid"/>
          </a:ln>
        </p:spPr>
      </p:sp>
      <p:sp>
        <p:nvSpPr>
          <p:cNvPr id="18" name="result-recommendation-title">
            <a:extLst xmlns:a="http://schemas.openxmlformats.org/drawingml/2006/main">
              <a:ext uri="{FF2B5EF4-FFF2-40B4-BE49-F238E27FC236}">
                <a16:creationId xmlns:a16="http://schemas.microsoft.com/office/drawing/2014/main" id="{CAD5ACC8-5567-44C0-A6A3-1F8A8A430C31}"/>
              </a:ext>
            </a:extLst>
          </p:cNvPr>
          <p:cNvSpPr>
            <a:spLocks xmlns:a="http://schemas.openxmlformats.org/drawingml/2006/main" noGrp="1"/>
          </p:cNvSpPr>
          <p:nvPr/>
        </p:nvSpPr>
        <p:spPr>
          <a:xfrm xmlns:a="http://schemas.openxmlformats.org/drawingml/2006/main">
            <a:off x="9229725" y="1704975"/>
            <a:ext cx="22764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6877FF"/>
                </a:solidFill>
                <a:latin typeface="Segoe UI"/>
                <a:ea typeface="Segoe UI"/>
                <a:cs typeface="Segoe UI"/>
              </a:defRPr>
            </a:defPPr>
            <a:lvl1pPr algn="l">
              <a:defRPr sz="1350" b="1">
                <a:solidFill>
                  <a:srgbClr val="6877FF"/>
                </a:solidFill>
                <a:latin typeface="Segoe UI"/>
                <a:ea typeface="Segoe UI"/>
                <a:cs typeface="Segoe UI"/>
              </a:defRPr>
            </a:lvl1pPr>
            <a:lvl2pPr algn="l">
              <a:defRPr sz="1350" b="1">
                <a:solidFill>
                  <a:srgbClr val="6877FF"/>
                </a:solidFill>
                <a:latin typeface="Segoe UI"/>
                <a:ea typeface="Segoe UI"/>
                <a:cs typeface="Segoe UI"/>
              </a:defRPr>
            </a:lvl2pPr>
            <a:lvl3pPr algn="l">
              <a:defRPr sz="1350" b="1">
                <a:solidFill>
                  <a:srgbClr val="6877FF"/>
                </a:solidFill>
                <a:latin typeface="Segoe UI"/>
                <a:ea typeface="Segoe UI"/>
                <a:cs typeface="Segoe UI"/>
              </a:defRPr>
            </a:lvl3pPr>
            <a:lvl4pPr algn="l">
              <a:defRPr sz="1350" b="1">
                <a:solidFill>
                  <a:srgbClr val="6877FF"/>
                </a:solidFill>
                <a:latin typeface="Segoe UI"/>
                <a:ea typeface="Segoe UI"/>
                <a:cs typeface="Segoe UI"/>
              </a:defRPr>
            </a:lvl4pPr>
            <a:lvl5pPr algn="l">
              <a:defRPr sz="1350" b="1">
                <a:solidFill>
                  <a:srgbClr val="6877FF"/>
                </a:solidFill>
                <a:latin typeface="Segoe UI"/>
                <a:ea typeface="Segoe UI"/>
                <a:cs typeface="Segoe UI"/>
              </a:defRPr>
            </a:lvl5pPr>
            <a:lvl6pPr algn="l">
              <a:defRPr sz="1350" b="1">
                <a:solidFill>
                  <a:srgbClr val="6877FF"/>
                </a:solidFill>
                <a:latin typeface="Segoe UI"/>
                <a:ea typeface="Segoe UI"/>
                <a:cs typeface="Segoe UI"/>
              </a:defRPr>
            </a:lvl6pPr>
            <a:lvl7pPr algn="l">
              <a:defRPr sz="1350" b="1">
                <a:solidFill>
                  <a:srgbClr val="6877FF"/>
                </a:solidFill>
                <a:latin typeface="Segoe UI"/>
                <a:ea typeface="Segoe UI"/>
                <a:cs typeface="Segoe UI"/>
              </a:defRPr>
            </a:lvl7pPr>
            <a:lvl8pPr algn="l">
              <a:defRPr sz="1350" b="1">
                <a:solidFill>
                  <a:srgbClr val="6877FF"/>
                </a:solidFill>
                <a:latin typeface="Segoe UI"/>
                <a:ea typeface="Segoe UI"/>
                <a:cs typeface="Segoe UI"/>
              </a:defRPr>
            </a:lvl8pPr>
            <a:lvl9pPr algn="l">
              <a:defRPr sz="1350" b="1">
                <a:solidFill>
                  <a:srgbClr val="6877FF"/>
                </a:solidFill>
                <a:latin typeface="Segoe UI"/>
                <a:ea typeface="Segoe UI"/>
                <a:cs typeface="Segoe UI"/>
              </a:defRPr>
            </a:lvl9pPr>
          </a:lstStyle>
          <a:p xmlns:a="http://schemas.openxmlformats.org/drawingml/2006/main">
            <a:pPr algn="l">
              <a:defRPr sz="1350" b="1">
                <a:solidFill>
                  <a:srgbClr val="6877FF"/>
                </a:solidFill>
                <a:latin typeface="Segoe UI"/>
                <a:ea typeface="Segoe UI"/>
                <a:cs typeface="Segoe UI"/>
              </a:defRPr>
            </a:pPr>
            <a:r>
              <a:rPr sz="1350" b="1">
                <a:solidFill>
                  <a:srgbClr val="6877FF"/>
                </a:solidFill>
                <a:latin typeface="Segoe UI"/>
                <a:ea typeface="Segoe UI"/>
                <a:cs typeface="Segoe UI"/>
              </a:rPr>
              <a:t>04  Recommendations</a:t>
            </a:r>
          </a:p>
        </p:txBody>
      </p:sp>
      <p:sp>
        <p:nvSpPr>
          <p:cNvPr id="19" name="result-recommendation-body">
            <a:extLst xmlns:a="http://schemas.openxmlformats.org/drawingml/2006/main">
              <a:ext uri="{FF2B5EF4-FFF2-40B4-BE49-F238E27FC236}">
                <a16:creationId xmlns:a16="http://schemas.microsoft.com/office/drawing/2014/main" id="{8474407A-6BC7-4F45-AD5D-E7AFEE146651}"/>
              </a:ext>
            </a:extLst>
          </p:cNvPr>
          <p:cNvSpPr>
            <a:spLocks xmlns:a="http://schemas.openxmlformats.org/drawingml/2006/main" noGrp="1"/>
          </p:cNvSpPr>
          <p:nvPr/>
        </p:nvSpPr>
        <p:spPr>
          <a:xfrm xmlns:a="http://schemas.openxmlformats.org/drawingml/2006/main">
            <a:off x="9229725" y="2038350"/>
            <a:ext cx="2276475" cy="1485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Uses analytics, recent emotion and misconceptions.</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LLM returns a spoken intro + structured actions (type/text/concept_id); fallback targets the weakest concept.</a:t>
            </a:r>
          </a:p>
          <a:p xmlns:a="http://schemas.openxmlformats.org/drawingml/2006/main">
            <a:r>
              <a:t/>
            </a:r>
          </a:p>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Appends spoken text, then routes to Accessibility.</a:t>
            </a:r>
          </a:p>
        </p:txBody>
      </p:sp>
      <p:sp>
        <p:nvSpPr>
          <p:cNvPr id="20" name="result-routing-strip">
            <a:extLst xmlns:a="http://schemas.openxmlformats.org/drawingml/2006/main">
              <a:ext uri="{FF2B5EF4-FFF2-40B4-BE49-F238E27FC236}">
                <a16:creationId xmlns:a16="http://schemas.microsoft.com/office/drawing/2014/main" id="{F43E678F-616B-4C55-B8A0-766BD8B04375}"/>
              </a:ext>
            </a:extLst>
          </p:cNvPr>
          <p:cNvSpPr>
            <a:spLocks xmlns:a="http://schemas.openxmlformats.org/drawingml/2006/main" noGrp="1"/>
          </p:cNvSpPr>
          <p:nvPr/>
        </p:nvSpPr>
        <p:spPr>
          <a:xfrm xmlns:a="http://schemas.openxmlformats.org/drawingml/2006/main">
            <a:off x="514350" y="3857625"/>
            <a:ext cx="11163300" cy="723900"/>
          </a:xfrm>
          <a:prstGeom xmlns:a="http://schemas.openxmlformats.org/drawingml/2006/main" prst="roundRect">
            <a:avLst>
              <a:gd name="adj" fmla="val 13158"/>
            </a:avLst>
          </a:prstGeom>
          <a:solidFill xmlns:a="http://schemas.openxmlformats.org/drawingml/2006/main">
            <a:srgbClr val="101827"/>
          </a:solidFill>
          <a:ln xmlns:a="http://schemas.openxmlformats.org/drawingml/2006/main" w="11430">
            <a:solidFill>
              <a:srgbClr val="344258"/>
            </a:solidFill>
            <a:prstDash val="dash"/>
          </a:ln>
        </p:spPr>
      </p:sp>
      <p:sp>
        <p:nvSpPr>
          <p:cNvPr id="21" name="result-routing-title">
            <a:extLst xmlns:a="http://schemas.openxmlformats.org/drawingml/2006/main">
              <a:ext uri="{FF2B5EF4-FFF2-40B4-BE49-F238E27FC236}">
                <a16:creationId xmlns:a16="http://schemas.microsoft.com/office/drawing/2014/main" id="{5F5A3D85-3039-4020-A5DC-548043711323}"/>
              </a:ext>
            </a:extLst>
          </p:cNvPr>
          <p:cNvSpPr>
            <a:spLocks xmlns:a="http://schemas.openxmlformats.org/drawingml/2006/main" noGrp="1"/>
          </p:cNvSpPr>
          <p:nvPr/>
        </p:nvSpPr>
        <p:spPr>
          <a:xfrm xmlns:a="http://schemas.openxmlformats.org/drawingml/2006/main">
            <a:off x="685800" y="39624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38" b="1">
                <a:solidFill>
                  <a:srgbClr val="FFB35D"/>
                </a:solidFill>
                <a:latin typeface="Segoe UI"/>
                <a:ea typeface="Segoe UI"/>
                <a:cs typeface="Segoe UI"/>
              </a:defRPr>
            </a:defPPr>
            <a:lvl1pPr algn="l">
              <a:defRPr sz="938" b="1">
                <a:solidFill>
                  <a:srgbClr val="FFB35D"/>
                </a:solidFill>
                <a:latin typeface="Segoe UI"/>
                <a:ea typeface="Segoe UI"/>
                <a:cs typeface="Segoe UI"/>
              </a:defRPr>
            </a:lvl1pPr>
            <a:lvl2pPr algn="l">
              <a:defRPr sz="938" b="1">
                <a:solidFill>
                  <a:srgbClr val="FFB35D"/>
                </a:solidFill>
                <a:latin typeface="Segoe UI"/>
                <a:ea typeface="Segoe UI"/>
                <a:cs typeface="Segoe UI"/>
              </a:defRPr>
            </a:lvl2pPr>
            <a:lvl3pPr algn="l">
              <a:defRPr sz="938" b="1">
                <a:solidFill>
                  <a:srgbClr val="FFB35D"/>
                </a:solidFill>
                <a:latin typeface="Segoe UI"/>
                <a:ea typeface="Segoe UI"/>
                <a:cs typeface="Segoe UI"/>
              </a:defRPr>
            </a:lvl3pPr>
            <a:lvl4pPr algn="l">
              <a:defRPr sz="938" b="1">
                <a:solidFill>
                  <a:srgbClr val="FFB35D"/>
                </a:solidFill>
                <a:latin typeface="Segoe UI"/>
                <a:ea typeface="Segoe UI"/>
                <a:cs typeface="Segoe UI"/>
              </a:defRPr>
            </a:lvl4pPr>
            <a:lvl5pPr algn="l">
              <a:defRPr sz="938" b="1">
                <a:solidFill>
                  <a:srgbClr val="FFB35D"/>
                </a:solidFill>
                <a:latin typeface="Segoe UI"/>
                <a:ea typeface="Segoe UI"/>
                <a:cs typeface="Segoe UI"/>
              </a:defRPr>
            </a:lvl5pPr>
            <a:lvl6pPr algn="l">
              <a:defRPr sz="938" b="1">
                <a:solidFill>
                  <a:srgbClr val="FFB35D"/>
                </a:solidFill>
                <a:latin typeface="Segoe UI"/>
                <a:ea typeface="Segoe UI"/>
                <a:cs typeface="Segoe UI"/>
              </a:defRPr>
            </a:lvl6pPr>
            <a:lvl7pPr algn="l">
              <a:defRPr sz="938" b="1">
                <a:solidFill>
                  <a:srgbClr val="FFB35D"/>
                </a:solidFill>
                <a:latin typeface="Segoe UI"/>
                <a:ea typeface="Segoe UI"/>
                <a:cs typeface="Segoe UI"/>
              </a:defRPr>
            </a:lvl7pPr>
            <a:lvl8pPr algn="l">
              <a:defRPr sz="938" b="1">
                <a:solidFill>
                  <a:srgbClr val="FFB35D"/>
                </a:solidFill>
                <a:latin typeface="Segoe UI"/>
                <a:ea typeface="Segoe UI"/>
                <a:cs typeface="Segoe UI"/>
              </a:defRPr>
            </a:lvl8pPr>
            <a:lvl9pPr algn="l">
              <a:defRPr sz="938" b="1">
                <a:solidFill>
                  <a:srgbClr val="FFB35D"/>
                </a:solidFill>
                <a:latin typeface="Segoe UI"/>
                <a:ea typeface="Segoe UI"/>
                <a:cs typeface="Segoe UI"/>
              </a:defRPr>
            </a:lvl9pPr>
          </a:lstStyle>
          <a:p xmlns:a="http://schemas.openxmlformats.org/drawingml/2006/main">
            <a:pPr algn="l">
              <a:defRPr sz="938" b="1">
                <a:solidFill>
                  <a:srgbClr val="FFB35D"/>
                </a:solidFill>
                <a:latin typeface="Segoe UI"/>
                <a:ea typeface="Segoe UI"/>
                <a:cs typeface="Segoe UI"/>
              </a:defRPr>
            </a:pPr>
            <a:r>
              <a:rPr sz="938" b="1">
                <a:solidFill>
                  <a:srgbClr val="FFB35D"/>
                </a:solidFill>
                <a:latin typeface="Segoe UI"/>
                <a:ea typeface="Segoe UI"/>
                <a:cs typeface="Segoe UI"/>
              </a:rPr>
              <a:t>ROUTING AFTER UPDATE</a:t>
            </a:r>
          </a:p>
        </p:txBody>
      </p:sp>
      <p:sp>
        <p:nvSpPr>
          <p:cNvPr id="22" name="result-routing-body">
            <a:extLst xmlns:a="http://schemas.openxmlformats.org/drawingml/2006/main">
              <a:ext uri="{FF2B5EF4-FFF2-40B4-BE49-F238E27FC236}">
                <a16:creationId xmlns:a16="http://schemas.microsoft.com/office/drawing/2014/main" id="{2B7818A2-4913-469E-8434-6D6254A3627A}"/>
              </a:ext>
            </a:extLst>
          </p:cNvPr>
          <p:cNvSpPr>
            <a:spLocks xmlns:a="http://schemas.openxmlformats.org/drawingml/2006/main" noGrp="1"/>
          </p:cNvSpPr>
          <p:nvPr/>
        </p:nvSpPr>
        <p:spPr>
          <a:xfrm xmlns:a="http://schemas.openxmlformats.org/drawingml/2006/main">
            <a:off x="2686050" y="3943350"/>
            <a:ext cx="8782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00" b="1">
                <a:solidFill>
                  <a:srgbClr val="CFD7E6"/>
                </a:solidFill>
                <a:latin typeface="Segoe UI"/>
                <a:ea typeface="Segoe UI"/>
                <a:cs typeface="Segoe UI"/>
              </a:defRPr>
            </a:defPPr>
            <a:lvl1pPr algn="l">
              <a:defRPr sz="1200" b="1">
                <a:solidFill>
                  <a:srgbClr val="CFD7E6"/>
                </a:solidFill>
                <a:latin typeface="Segoe UI"/>
                <a:ea typeface="Segoe UI"/>
                <a:cs typeface="Segoe UI"/>
              </a:defRPr>
            </a:lvl1pPr>
            <a:lvl2pPr algn="l">
              <a:defRPr sz="1200" b="1">
                <a:solidFill>
                  <a:srgbClr val="CFD7E6"/>
                </a:solidFill>
                <a:latin typeface="Segoe UI"/>
                <a:ea typeface="Segoe UI"/>
                <a:cs typeface="Segoe UI"/>
              </a:defRPr>
            </a:lvl2pPr>
            <a:lvl3pPr algn="l">
              <a:defRPr sz="1200" b="1">
                <a:solidFill>
                  <a:srgbClr val="CFD7E6"/>
                </a:solidFill>
                <a:latin typeface="Segoe UI"/>
                <a:ea typeface="Segoe UI"/>
                <a:cs typeface="Segoe UI"/>
              </a:defRPr>
            </a:lvl3pPr>
            <a:lvl4pPr algn="l">
              <a:defRPr sz="1200" b="1">
                <a:solidFill>
                  <a:srgbClr val="CFD7E6"/>
                </a:solidFill>
                <a:latin typeface="Segoe UI"/>
                <a:ea typeface="Segoe UI"/>
                <a:cs typeface="Segoe UI"/>
              </a:defRPr>
            </a:lvl4pPr>
            <a:lvl5pPr algn="l">
              <a:defRPr sz="1200" b="1">
                <a:solidFill>
                  <a:srgbClr val="CFD7E6"/>
                </a:solidFill>
                <a:latin typeface="Segoe UI"/>
                <a:ea typeface="Segoe UI"/>
                <a:cs typeface="Segoe UI"/>
              </a:defRPr>
            </a:lvl5pPr>
            <a:lvl6pPr algn="l">
              <a:defRPr sz="1200" b="1">
                <a:solidFill>
                  <a:srgbClr val="CFD7E6"/>
                </a:solidFill>
                <a:latin typeface="Segoe UI"/>
                <a:ea typeface="Segoe UI"/>
                <a:cs typeface="Segoe UI"/>
              </a:defRPr>
            </a:lvl6pPr>
            <a:lvl7pPr algn="l">
              <a:defRPr sz="1200" b="1">
                <a:solidFill>
                  <a:srgbClr val="CFD7E6"/>
                </a:solidFill>
                <a:latin typeface="Segoe UI"/>
                <a:ea typeface="Segoe UI"/>
                <a:cs typeface="Segoe UI"/>
              </a:defRPr>
            </a:lvl7pPr>
            <a:lvl8pPr algn="l">
              <a:defRPr sz="1200" b="1">
                <a:solidFill>
                  <a:srgbClr val="CFD7E6"/>
                </a:solidFill>
                <a:latin typeface="Segoe UI"/>
                <a:ea typeface="Segoe UI"/>
                <a:cs typeface="Segoe UI"/>
              </a:defRPr>
            </a:lvl8pPr>
            <a:lvl9pPr algn="l">
              <a:defRPr sz="1200" b="1">
                <a:solidFill>
                  <a:srgbClr val="CFD7E6"/>
                </a:solidFill>
                <a:latin typeface="Segoe UI"/>
                <a:ea typeface="Segoe UI"/>
                <a:cs typeface="Segoe UI"/>
              </a:defRPr>
            </a:lvl9pPr>
          </a:lstStyle>
          <a:p xmlns:a="http://schemas.openxmlformats.org/drawingml/2006/main">
            <a:pPr algn="l">
              <a:defRPr sz="1200" b="1">
                <a:solidFill>
                  <a:srgbClr val="CFD7E6"/>
                </a:solidFill>
                <a:latin typeface="Segoe UI"/>
                <a:ea typeface="Segoe UI"/>
                <a:cs typeface="Segoe UI"/>
              </a:defRPr>
            </a:pPr>
            <a:r>
              <a:rPr sz="1200" b="1">
                <a:solidFill>
                  <a:srgbClr val="CFD7E6"/>
                </a:solidFill>
                <a:latin typeface="Segoe UI"/>
                <a:ea typeface="Segoe UI"/>
                <a:cs typeface="Segoe UI"/>
              </a:rPr>
              <a:t>Questions remain → Quiz Ask in the same turn.  ·  Quiz complete → Quiz Analyzer → Analytics → Recommendations → Accessibility → response.</a:t>
            </a:r>
          </a:p>
        </p:txBody>
      </p:sp>
      <p:sp>
        <p:nvSpPr>
          <p:cNvPr id="23" name="persistence-frame">
            <a:extLst xmlns:a="http://schemas.openxmlformats.org/drawingml/2006/main">
              <a:ext uri="{FF2B5EF4-FFF2-40B4-BE49-F238E27FC236}">
                <a16:creationId xmlns:a16="http://schemas.microsoft.com/office/drawing/2014/main" id="{BD1711A7-FA6E-4ADB-BE00-20DE7329C716}"/>
              </a:ext>
            </a:extLst>
          </p:cNvPr>
          <p:cNvSpPr>
            <a:spLocks xmlns:a="http://schemas.openxmlformats.org/drawingml/2006/main" noGrp="1"/>
          </p:cNvSpPr>
          <p:nvPr/>
        </p:nvSpPr>
        <p:spPr>
          <a:xfrm xmlns:a="http://schemas.openxmlformats.org/drawingml/2006/main">
            <a:off x="514350" y="4762500"/>
            <a:ext cx="11163300" cy="1333500"/>
          </a:xfrm>
          <a:prstGeom xmlns:a="http://schemas.openxmlformats.org/drawingml/2006/main" prst="roundRect">
            <a:avLst>
              <a:gd name="adj" fmla="val 8571"/>
            </a:avLst>
          </a:prstGeom>
          <a:solidFill xmlns:a="http://schemas.openxmlformats.org/drawingml/2006/main">
            <a:srgbClr val="0E1525">
              <a:alpha val="80000"/>
            </a:srgbClr>
          </a:solidFill>
          <a:ln xmlns:a="http://schemas.openxmlformats.org/drawingml/2006/main" w="13335">
            <a:solidFill>
              <a:srgbClr val="6877FF"/>
            </a:solidFill>
            <a:prstDash val="dash"/>
          </a:ln>
        </p:spPr>
      </p:sp>
      <p:sp>
        <p:nvSpPr>
          <p:cNvPr id="24" name="persistence-title">
            <a:extLst xmlns:a="http://schemas.openxmlformats.org/drawingml/2006/main">
              <a:ext uri="{FF2B5EF4-FFF2-40B4-BE49-F238E27FC236}">
                <a16:creationId xmlns:a16="http://schemas.microsoft.com/office/drawing/2014/main" id="{E92136E2-52F7-4EF1-A8EC-1E86B5DDF094}"/>
              </a:ext>
            </a:extLst>
          </p:cNvPr>
          <p:cNvSpPr>
            <a:spLocks xmlns:a="http://schemas.openxmlformats.org/drawingml/2006/main" noGrp="1"/>
          </p:cNvSpPr>
          <p:nvPr/>
        </p:nvSpPr>
        <p:spPr>
          <a:xfrm xmlns:a="http://schemas.openxmlformats.org/drawingml/2006/main">
            <a:off x="704850" y="487680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THREE PERSISTENCE PATHS</a:t>
            </a:r>
          </a:p>
        </p:txBody>
      </p:sp>
      <p:sp>
        <p:nvSpPr>
          <p:cNvPr id="25" name="postgres-checkpoint-card">
            <a:extLst xmlns:a="http://schemas.openxmlformats.org/drawingml/2006/main">
              <a:ext uri="{FF2B5EF4-FFF2-40B4-BE49-F238E27FC236}">
                <a16:creationId xmlns:a16="http://schemas.microsoft.com/office/drawing/2014/main" id="{728E0C5A-8F45-4899-9D0B-55ACB80FA4E9}"/>
              </a:ext>
            </a:extLst>
          </p:cNvPr>
          <p:cNvSpPr>
            <a:spLocks xmlns:a="http://schemas.openxmlformats.org/drawingml/2006/main" noGrp="1"/>
          </p:cNvSpPr>
          <p:nvPr/>
        </p:nvSpPr>
        <p:spPr>
          <a:xfrm xmlns:a="http://schemas.openxmlformats.org/drawingml/2006/main">
            <a:off x="685800" y="5181600"/>
            <a:ext cx="3371850" cy="742950"/>
          </a:xfrm>
          <a:prstGeom xmlns:a="http://schemas.openxmlformats.org/drawingml/2006/main" prst="roundRect">
            <a:avLst>
              <a:gd name="adj" fmla="val 11538"/>
            </a:avLst>
          </a:prstGeom>
          <a:solidFill xmlns:a="http://schemas.openxmlformats.org/drawingml/2006/main">
            <a:srgbClr val="172238"/>
          </a:solidFill>
          <a:ln xmlns:a="http://schemas.openxmlformats.org/drawingml/2006/main" w="10478">
            <a:solidFill>
              <a:srgbClr val="6877FF"/>
            </a:solidFill>
            <a:prstDash val="solid"/>
          </a:ln>
        </p:spPr>
      </p:sp>
      <p:sp>
        <p:nvSpPr>
          <p:cNvPr id="26" name="checkpoint-postgres-logo-tile">
            <a:extLst xmlns:a="http://schemas.openxmlformats.org/drawingml/2006/main">
              <a:ext uri="{FF2B5EF4-FFF2-40B4-BE49-F238E27FC236}">
                <a16:creationId xmlns:a16="http://schemas.microsoft.com/office/drawing/2014/main" id="{852615B1-B59D-44ED-BE81-A63731FB8591}"/>
              </a:ext>
            </a:extLst>
          </p:cNvPr>
          <p:cNvSpPr>
            <a:spLocks xmlns:a="http://schemas.openxmlformats.org/drawingml/2006/main" noGrp="1"/>
          </p:cNvSpPr>
          <p:nvPr/>
        </p:nvSpPr>
        <p:spPr>
          <a:xfrm xmlns:a="http://schemas.openxmlformats.org/drawingml/2006/main">
            <a:off x="800100" y="5305425"/>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7" name="">
            <a:extLst xmlns:a="http://schemas.openxmlformats.org/drawingml/2006/main">
              <a:ext uri="{FF2B5EF4-FFF2-40B4-BE49-F238E27FC236}">
                <a16:creationId xmlns:a16="http://schemas.microsoft.com/office/drawing/2014/main" id="{D58A7A7A-093E-4B43-AB8D-9FACA8389293}"/>
              </a:ext>
            </a:extLst>
          </p:cNvPr>
          <p:cNvPicPr>
            <a:picLocks xmlns:a="http://schemas.openxmlformats.org/drawingml/2006/main" noChangeAspect="1"/>
          </p:cNvPicPr>
          <p:nvPr/>
        </p:nvPicPr>
        <p:blipFill>
          <a:blip xmlns:r="http://schemas.openxmlformats.org/officeDocument/2006/relationships" xmlns:a="http://schemas.openxmlformats.org/drawingml/2006/main" r:embed="Rb935b595a8194341">
            <a:extLst>
              <a:ext uri="{96DAC541-7B7A-43D3-8B79-37D633B846F1}">
                <asvg:svgBlip xmlns:asvg="http://schemas.microsoft.com/office/drawing/2016/SVG/main" r:embed="R6cedeb58b9f3488d"/>
              </a:ext>
            </a:extLst>
          </a:blip>
          <a:stretch xmlns:a="http://schemas.openxmlformats.org/drawingml/2006/main"/>
        </p:blipFill>
        <p:spPr>
          <a:xfrm xmlns:a="http://schemas.openxmlformats.org/drawingml/2006/main">
            <a:off x="847725" y="5353050"/>
            <a:ext cx="180975" cy="180975"/>
          </a:xfrm>
          <a:prstGeom xmlns:a="http://schemas.openxmlformats.org/drawingml/2006/main" prst="rect">
            <a:avLst/>
          </a:prstGeom>
        </p:spPr>
      </p:pic>
      <p:sp>
        <p:nvSpPr>
          <p:cNvPr id="28" name="checkpoint-body">
            <a:extLst xmlns:a="http://schemas.openxmlformats.org/drawingml/2006/main">
              <a:ext uri="{FF2B5EF4-FFF2-40B4-BE49-F238E27FC236}">
                <a16:creationId xmlns:a16="http://schemas.microsoft.com/office/drawing/2014/main" id="{2CF2812D-FE25-4752-8ED1-3B0D5619616D}"/>
              </a:ext>
            </a:extLst>
          </p:cNvPr>
          <p:cNvSpPr>
            <a:spLocks xmlns:a="http://schemas.openxmlformats.org/drawingml/2006/main" noGrp="1"/>
          </p:cNvSpPr>
          <p:nvPr/>
        </p:nvSpPr>
        <p:spPr>
          <a:xfrm xmlns:a="http://schemas.openxmlformats.org/drawingml/2006/main">
            <a:off x="1171575" y="5248275"/>
            <a:ext cx="27336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05">
                <a:solidFill>
                  <a:srgbClr val="CFD7E6"/>
                </a:solidFill>
                <a:latin typeface="Segoe UI"/>
                <a:ea typeface="Segoe UI"/>
                <a:cs typeface="Segoe UI"/>
              </a:defRPr>
            </a:defPPr>
            <a:lvl1pPr algn="l">
              <a:defRPr sz="1005">
                <a:solidFill>
                  <a:srgbClr val="CFD7E6"/>
                </a:solidFill>
                <a:latin typeface="Segoe UI"/>
                <a:ea typeface="Segoe UI"/>
                <a:cs typeface="Segoe UI"/>
              </a:defRPr>
            </a:lvl1pPr>
            <a:lvl2pPr algn="l">
              <a:defRPr sz="1005">
                <a:solidFill>
                  <a:srgbClr val="CFD7E6"/>
                </a:solidFill>
                <a:latin typeface="Segoe UI"/>
                <a:ea typeface="Segoe UI"/>
                <a:cs typeface="Segoe UI"/>
              </a:defRPr>
            </a:lvl2pPr>
            <a:lvl3pPr algn="l">
              <a:defRPr sz="1005">
                <a:solidFill>
                  <a:srgbClr val="CFD7E6"/>
                </a:solidFill>
                <a:latin typeface="Segoe UI"/>
                <a:ea typeface="Segoe UI"/>
                <a:cs typeface="Segoe UI"/>
              </a:defRPr>
            </a:lvl3pPr>
            <a:lvl4pPr algn="l">
              <a:defRPr sz="1005">
                <a:solidFill>
                  <a:srgbClr val="CFD7E6"/>
                </a:solidFill>
                <a:latin typeface="Segoe UI"/>
                <a:ea typeface="Segoe UI"/>
                <a:cs typeface="Segoe UI"/>
              </a:defRPr>
            </a:lvl4pPr>
            <a:lvl5pPr algn="l">
              <a:defRPr sz="1005">
                <a:solidFill>
                  <a:srgbClr val="CFD7E6"/>
                </a:solidFill>
                <a:latin typeface="Segoe UI"/>
                <a:ea typeface="Segoe UI"/>
                <a:cs typeface="Segoe UI"/>
              </a:defRPr>
            </a:lvl5pPr>
            <a:lvl6pPr algn="l">
              <a:defRPr sz="1005">
                <a:solidFill>
                  <a:srgbClr val="CFD7E6"/>
                </a:solidFill>
                <a:latin typeface="Segoe UI"/>
                <a:ea typeface="Segoe UI"/>
                <a:cs typeface="Segoe UI"/>
              </a:defRPr>
            </a:lvl6pPr>
            <a:lvl7pPr algn="l">
              <a:defRPr sz="1005">
                <a:solidFill>
                  <a:srgbClr val="CFD7E6"/>
                </a:solidFill>
                <a:latin typeface="Segoe UI"/>
                <a:ea typeface="Segoe UI"/>
                <a:cs typeface="Segoe UI"/>
              </a:defRPr>
            </a:lvl7pPr>
            <a:lvl8pPr algn="l">
              <a:defRPr sz="1005">
                <a:solidFill>
                  <a:srgbClr val="CFD7E6"/>
                </a:solidFill>
                <a:latin typeface="Segoe UI"/>
                <a:ea typeface="Segoe UI"/>
                <a:cs typeface="Segoe UI"/>
              </a:defRPr>
            </a:lvl8pPr>
            <a:lvl9pPr algn="l">
              <a:defRPr sz="1005">
                <a:solidFill>
                  <a:srgbClr val="CFD7E6"/>
                </a:solidFill>
                <a:latin typeface="Segoe UI"/>
                <a:ea typeface="Segoe UI"/>
                <a:cs typeface="Segoe UI"/>
              </a:defRPr>
            </a:lvl9pPr>
          </a:lstStyle>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PostgreSQL checkpoint</a:t>
            </a:r>
          </a:p>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Graph state between transitions/turns (when configured).</a:t>
            </a:r>
          </a:p>
        </p:txBody>
      </p:sp>
      <p:sp>
        <p:nvSpPr>
          <p:cNvPr id="29" name="redis-short-term-card">
            <a:extLst xmlns:a="http://schemas.openxmlformats.org/drawingml/2006/main">
              <a:ext uri="{FF2B5EF4-FFF2-40B4-BE49-F238E27FC236}">
                <a16:creationId xmlns:a16="http://schemas.microsoft.com/office/drawing/2014/main" id="{C998EE96-9FCD-4B39-9529-4588B0F79553}"/>
              </a:ext>
            </a:extLst>
          </p:cNvPr>
          <p:cNvSpPr>
            <a:spLocks xmlns:a="http://schemas.openxmlformats.org/drawingml/2006/main" noGrp="1"/>
          </p:cNvSpPr>
          <p:nvPr/>
        </p:nvSpPr>
        <p:spPr>
          <a:xfrm xmlns:a="http://schemas.openxmlformats.org/drawingml/2006/main">
            <a:off x="4267200" y="5181600"/>
            <a:ext cx="3371850" cy="742950"/>
          </a:xfrm>
          <a:prstGeom xmlns:a="http://schemas.openxmlformats.org/drawingml/2006/main" prst="roundRect">
            <a:avLst>
              <a:gd name="adj" fmla="val 11538"/>
            </a:avLst>
          </a:prstGeom>
          <a:solidFill xmlns:a="http://schemas.openxmlformats.org/drawingml/2006/main">
            <a:srgbClr val="172238"/>
          </a:solidFill>
          <a:ln xmlns:a="http://schemas.openxmlformats.org/drawingml/2006/main" w="10478">
            <a:solidFill>
              <a:srgbClr val="FF7F91"/>
            </a:solidFill>
            <a:prstDash val="solid"/>
          </a:ln>
        </p:spPr>
      </p:sp>
      <p:sp>
        <p:nvSpPr>
          <p:cNvPr id="30" name="short-term-redis-logo-tile">
            <a:extLst xmlns:a="http://schemas.openxmlformats.org/drawingml/2006/main">
              <a:ext uri="{FF2B5EF4-FFF2-40B4-BE49-F238E27FC236}">
                <a16:creationId xmlns:a16="http://schemas.microsoft.com/office/drawing/2014/main" id="{BCEF673C-DCAB-428A-843B-9AC433A08A72}"/>
              </a:ext>
            </a:extLst>
          </p:cNvPr>
          <p:cNvSpPr>
            <a:spLocks xmlns:a="http://schemas.openxmlformats.org/drawingml/2006/main" noGrp="1"/>
          </p:cNvSpPr>
          <p:nvPr/>
        </p:nvSpPr>
        <p:spPr>
          <a:xfrm xmlns:a="http://schemas.openxmlformats.org/drawingml/2006/main">
            <a:off x="4381500" y="5305425"/>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31" name="">
            <a:extLst xmlns:a="http://schemas.openxmlformats.org/drawingml/2006/main">
              <a:ext uri="{FF2B5EF4-FFF2-40B4-BE49-F238E27FC236}">
                <a16:creationId xmlns:a16="http://schemas.microsoft.com/office/drawing/2014/main" id="{AFF11F05-0E34-402E-8933-C86CBF31A193}"/>
              </a:ext>
            </a:extLst>
          </p:cNvPr>
          <p:cNvPicPr>
            <a:picLocks xmlns:a="http://schemas.openxmlformats.org/drawingml/2006/main" noChangeAspect="1"/>
          </p:cNvPicPr>
          <p:nvPr/>
        </p:nvPicPr>
        <p:blipFill>
          <a:blip xmlns:r="http://schemas.openxmlformats.org/officeDocument/2006/relationships" xmlns:a="http://schemas.openxmlformats.org/drawingml/2006/main" r:embed="R3f124fcd0ade4fa0">
            <a:extLst>
              <a:ext uri="{96DAC541-7B7A-43D3-8B79-37D633B846F1}">
                <asvg:svgBlip xmlns:asvg="http://schemas.microsoft.com/office/drawing/2016/SVG/main" r:embed="R928b06d63e58481c"/>
              </a:ext>
            </a:extLst>
          </a:blip>
          <a:stretch xmlns:a="http://schemas.openxmlformats.org/drawingml/2006/main"/>
        </p:blipFill>
        <p:spPr>
          <a:xfrm xmlns:a="http://schemas.openxmlformats.org/drawingml/2006/main">
            <a:off x="4429125" y="5353050"/>
            <a:ext cx="180975" cy="180975"/>
          </a:xfrm>
          <a:prstGeom xmlns:a="http://schemas.openxmlformats.org/drawingml/2006/main" prst="rect">
            <a:avLst/>
          </a:prstGeom>
        </p:spPr>
      </p:pic>
      <p:sp>
        <p:nvSpPr>
          <p:cNvPr id="32" name="redis-short-term-body">
            <a:extLst xmlns:a="http://schemas.openxmlformats.org/drawingml/2006/main">
              <a:ext uri="{FF2B5EF4-FFF2-40B4-BE49-F238E27FC236}">
                <a16:creationId xmlns:a16="http://schemas.microsoft.com/office/drawing/2014/main" id="{78A579F4-2858-4773-B9E2-6E619359B83D}"/>
              </a:ext>
            </a:extLst>
          </p:cNvPr>
          <p:cNvSpPr>
            <a:spLocks xmlns:a="http://schemas.openxmlformats.org/drawingml/2006/main" noGrp="1"/>
          </p:cNvSpPr>
          <p:nvPr/>
        </p:nvSpPr>
        <p:spPr>
          <a:xfrm xmlns:a="http://schemas.openxmlformats.org/drawingml/2006/main">
            <a:off x="4752975" y="5248275"/>
            <a:ext cx="27336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05">
                <a:solidFill>
                  <a:srgbClr val="CFD7E6"/>
                </a:solidFill>
                <a:latin typeface="Segoe UI"/>
                <a:ea typeface="Segoe UI"/>
                <a:cs typeface="Segoe UI"/>
              </a:defRPr>
            </a:defPPr>
            <a:lvl1pPr algn="l">
              <a:defRPr sz="1005">
                <a:solidFill>
                  <a:srgbClr val="CFD7E6"/>
                </a:solidFill>
                <a:latin typeface="Segoe UI"/>
                <a:ea typeface="Segoe UI"/>
                <a:cs typeface="Segoe UI"/>
              </a:defRPr>
            </a:lvl1pPr>
            <a:lvl2pPr algn="l">
              <a:defRPr sz="1005">
                <a:solidFill>
                  <a:srgbClr val="CFD7E6"/>
                </a:solidFill>
                <a:latin typeface="Segoe UI"/>
                <a:ea typeface="Segoe UI"/>
                <a:cs typeface="Segoe UI"/>
              </a:defRPr>
            </a:lvl2pPr>
            <a:lvl3pPr algn="l">
              <a:defRPr sz="1005">
                <a:solidFill>
                  <a:srgbClr val="CFD7E6"/>
                </a:solidFill>
                <a:latin typeface="Segoe UI"/>
                <a:ea typeface="Segoe UI"/>
                <a:cs typeface="Segoe UI"/>
              </a:defRPr>
            </a:lvl3pPr>
            <a:lvl4pPr algn="l">
              <a:defRPr sz="1005">
                <a:solidFill>
                  <a:srgbClr val="CFD7E6"/>
                </a:solidFill>
                <a:latin typeface="Segoe UI"/>
                <a:ea typeface="Segoe UI"/>
                <a:cs typeface="Segoe UI"/>
              </a:defRPr>
            </a:lvl4pPr>
            <a:lvl5pPr algn="l">
              <a:defRPr sz="1005">
                <a:solidFill>
                  <a:srgbClr val="CFD7E6"/>
                </a:solidFill>
                <a:latin typeface="Segoe UI"/>
                <a:ea typeface="Segoe UI"/>
                <a:cs typeface="Segoe UI"/>
              </a:defRPr>
            </a:lvl5pPr>
            <a:lvl6pPr algn="l">
              <a:defRPr sz="1005">
                <a:solidFill>
                  <a:srgbClr val="CFD7E6"/>
                </a:solidFill>
                <a:latin typeface="Segoe UI"/>
                <a:ea typeface="Segoe UI"/>
                <a:cs typeface="Segoe UI"/>
              </a:defRPr>
            </a:lvl6pPr>
            <a:lvl7pPr algn="l">
              <a:defRPr sz="1005">
                <a:solidFill>
                  <a:srgbClr val="CFD7E6"/>
                </a:solidFill>
                <a:latin typeface="Segoe UI"/>
                <a:ea typeface="Segoe UI"/>
                <a:cs typeface="Segoe UI"/>
              </a:defRPr>
            </a:lvl7pPr>
            <a:lvl8pPr algn="l">
              <a:defRPr sz="1005">
                <a:solidFill>
                  <a:srgbClr val="CFD7E6"/>
                </a:solidFill>
                <a:latin typeface="Segoe UI"/>
                <a:ea typeface="Segoe UI"/>
                <a:cs typeface="Segoe UI"/>
              </a:defRPr>
            </a:lvl8pPr>
            <a:lvl9pPr algn="l">
              <a:defRPr sz="1005">
                <a:solidFill>
                  <a:srgbClr val="CFD7E6"/>
                </a:solidFill>
                <a:latin typeface="Segoe UI"/>
                <a:ea typeface="Segoe UI"/>
                <a:cs typeface="Segoe UI"/>
              </a:defRPr>
            </a:lvl9pPr>
          </a:lstStyle>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Redis short-term memory</a:t>
            </a:r>
          </a:p>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Chat quiz questions, index, attempts and retry count; best effort.</a:t>
            </a:r>
          </a:p>
        </p:txBody>
      </p:sp>
      <p:sp>
        <p:nvSpPr>
          <p:cNvPr id="33" name="assessment-managed-card">
            <a:extLst xmlns:a="http://schemas.openxmlformats.org/drawingml/2006/main">
              <a:ext uri="{FF2B5EF4-FFF2-40B4-BE49-F238E27FC236}">
                <a16:creationId xmlns:a16="http://schemas.microsoft.com/office/drawing/2014/main" id="{28964537-E765-4ABD-B6DB-2FDD0ADBB190}"/>
              </a:ext>
            </a:extLst>
          </p:cNvPr>
          <p:cNvSpPr>
            <a:spLocks xmlns:a="http://schemas.openxmlformats.org/drawingml/2006/main" noGrp="1"/>
          </p:cNvSpPr>
          <p:nvPr/>
        </p:nvSpPr>
        <p:spPr>
          <a:xfrm xmlns:a="http://schemas.openxmlformats.org/drawingml/2006/main">
            <a:off x="7848600" y="5181600"/>
            <a:ext cx="3657600" cy="742950"/>
          </a:xfrm>
          <a:prstGeom xmlns:a="http://schemas.openxmlformats.org/drawingml/2006/main" prst="roundRect">
            <a:avLst>
              <a:gd name="adj" fmla="val 11538"/>
            </a:avLst>
          </a:prstGeom>
          <a:solidFill xmlns:a="http://schemas.openxmlformats.org/drawingml/2006/main">
            <a:srgbClr val="172238"/>
          </a:solidFill>
          <a:ln xmlns:a="http://schemas.openxmlformats.org/drawingml/2006/main" w="10478">
            <a:solidFill>
              <a:srgbClr val="FFB35D"/>
            </a:solidFill>
            <a:prstDash val="solid"/>
          </a:ln>
        </p:spPr>
      </p:sp>
      <p:sp>
        <p:nvSpPr>
          <p:cNvPr id="34" name="assessment-managed-title">
            <a:extLst xmlns:a="http://schemas.openxmlformats.org/drawingml/2006/main">
              <a:ext uri="{FF2B5EF4-FFF2-40B4-BE49-F238E27FC236}">
                <a16:creationId xmlns:a16="http://schemas.microsoft.com/office/drawing/2014/main" id="{6ACDCD50-AD3C-4119-9951-E92361B2A56E}"/>
              </a:ext>
            </a:extLst>
          </p:cNvPr>
          <p:cNvSpPr>
            <a:spLocks xmlns:a="http://schemas.openxmlformats.org/drawingml/2006/main" noGrp="1"/>
          </p:cNvSpPr>
          <p:nvPr/>
        </p:nvSpPr>
        <p:spPr>
          <a:xfrm xmlns:a="http://schemas.openxmlformats.org/drawingml/2006/main">
            <a:off x="8020050" y="5238750"/>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FFB35D"/>
                </a:solidFill>
                <a:latin typeface="Segoe UI"/>
                <a:ea typeface="Segoe UI"/>
                <a:cs typeface="Segoe UI"/>
              </a:defRPr>
            </a:defPPr>
            <a:lvl1pPr algn="l">
              <a:defRPr sz="900" b="1">
                <a:solidFill>
                  <a:srgbClr val="FFB35D"/>
                </a:solidFill>
                <a:latin typeface="Segoe UI"/>
                <a:ea typeface="Segoe UI"/>
                <a:cs typeface="Segoe UI"/>
              </a:defRPr>
            </a:lvl1pPr>
            <a:lvl2pPr algn="l">
              <a:defRPr sz="900" b="1">
                <a:solidFill>
                  <a:srgbClr val="FFB35D"/>
                </a:solidFill>
                <a:latin typeface="Segoe UI"/>
                <a:ea typeface="Segoe UI"/>
                <a:cs typeface="Segoe UI"/>
              </a:defRPr>
            </a:lvl2pPr>
            <a:lvl3pPr algn="l">
              <a:defRPr sz="900" b="1">
                <a:solidFill>
                  <a:srgbClr val="FFB35D"/>
                </a:solidFill>
                <a:latin typeface="Segoe UI"/>
                <a:ea typeface="Segoe UI"/>
                <a:cs typeface="Segoe UI"/>
              </a:defRPr>
            </a:lvl3pPr>
            <a:lvl4pPr algn="l">
              <a:defRPr sz="900" b="1">
                <a:solidFill>
                  <a:srgbClr val="FFB35D"/>
                </a:solidFill>
                <a:latin typeface="Segoe UI"/>
                <a:ea typeface="Segoe UI"/>
                <a:cs typeface="Segoe UI"/>
              </a:defRPr>
            </a:lvl4pPr>
            <a:lvl5pPr algn="l">
              <a:defRPr sz="900" b="1">
                <a:solidFill>
                  <a:srgbClr val="FFB35D"/>
                </a:solidFill>
                <a:latin typeface="Segoe UI"/>
                <a:ea typeface="Segoe UI"/>
                <a:cs typeface="Segoe UI"/>
              </a:defRPr>
            </a:lvl5pPr>
            <a:lvl6pPr algn="l">
              <a:defRPr sz="900" b="1">
                <a:solidFill>
                  <a:srgbClr val="FFB35D"/>
                </a:solidFill>
                <a:latin typeface="Segoe UI"/>
                <a:ea typeface="Segoe UI"/>
                <a:cs typeface="Segoe UI"/>
              </a:defRPr>
            </a:lvl6pPr>
            <a:lvl7pPr algn="l">
              <a:defRPr sz="900" b="1">
                <a:solidFill>
                  <a:srgbClr val="FFB35D"/>
                </a:solidFill>
                <a:latin typeface="Segoe UI"/>
                <a:ea typeface="Segoe UI"/>
                <a:cs typeface="Segoe UI"/>
              </a:defRPr>
            </a:lvl7pPr>
            <a:lvl8pPr algn="l">
              <a:defRPr sz="900" b="1">
                <a:solidFill>
                  <a:srgbClr val="FFB35D"/>
                </a:solidFill>
                <a:latin typeface="Segoe UI"/>
                <a:ea typeface="Segoe UI"/>
                <a:cs typeface="Segoe UI"/>
              </a:defRPr>
            </a:lvl8pPr>
            <a:lvl9pPr algn="l">
              <a:defRPr sz="900" b="1">
                <a:solidFill>
                  <a:srgbClr val="FFB35D"/>
                </a:solidFill>
                <a:latin typeface="Segoe UI"/>
                <a:ea typeface="Segoe UI"/>
                <a:cs typeface="Segoe UI"/>
              </a:defRPr>
            </a:lvl9pPr>
          </a:lstStyle>
          <a:p xmlns:a="http://schemas.openxmlformats.org/drawingml/2006/main">
            <a:pPr algn="l">
              <a:defRPr sz="900" b="1">
                <a:solidFill>
                  <a:srgbClr val="FFB35D"/>
                </a:solidFill>
                <a:latin typeface="Segoe UI"/>
                <a:ea typeface="Segoe UI"/>
                <a:cs typeface="Segoe UI"/>
              </a:defRPr>
            </a:pPr>
            <a:r>
              <a:rPr sz="900" b="1">
                <a:solidFill>
                  <a:srgbClr val="FFB35D"/>
                </a:solidFill>
                <a:latin typeface="Segoe UI"/>
                <a:ea typeface="Segoe UI"/>
                <a:cs typeface="Segoe UI"/>
              </a:rPr>
              <a:t>ASSESSMENT-MANAGED</a:t>
            </a:r>
          </a:p>
        </p:txBody>
      </p:sp>
      <p:sp>
        <p:nvSpPr>
          <p:cNvPr id="35" name="assessment-managed-body">
            <a:extLst xmlns:a="http://schemas.openxmlformats.org/drawingml/2006/main">
              <a:ext uri="{FF2B5EF4-FFF2-40B4-BE49-F238E27FC236}">
                <a16:creationId xmlns:a16="http://schemas.microsoft.com/office/drawing/2014/main" id="{9CD4763C-2A60-409C-93D0-C014D31309E1}"/>
              </a:ext>
            </a:extLst>
          </p:cNvPr>
          <p:cNvSpPr>
            <a:spLocks xmlns:a="http://schemas.openxmlformats.org/drawingml/2006/main" noGrp="1"/>
          </p:cNvSpPr>
          <p:nvPr/>
        </p:nvSpPr>
        <p:spPr>
          <a:xfrm xmlns:a="http://schemas.openxmlformats.org/drawingml/2006/main">
            <a:off x="8020050" y="5429250"/>
            <a:ext cx="3314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Assessment API owns durable evidence transaction; graph analytics stay a preview until commit.</a:t>
            </a:r>
          </a:p>
        </p:txBody>
      </p:sp>
    </p:spTree>
    <p:extLst>
      <p:ext uri="{BB962C8B-B14F-4D97-AF65-F5344CB8AC3E}">
        <p14:creationId xmlns:p14="http://schemas.microsoft.com/office/powerpoint/2010/main" val="801896427"/>
      </p:ext>
    </p:extLst>
  </p:cSld>
</p:sld>
</file>

<file path=ppt/slides/slide7.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6D1B2ED-5196-4F10-AA5B-D0CFEC8B5551}"/>
              </a:ext>
            </a:extLst>
          </p:cNvPr>
          <p:cNvCxnSpPr>
            <a:stCxn xmlns:a="http://schemas.openxmlformats.org/drawingml/2006/main" id="4" idx="2"/>
            <a:endCxn xmlns:a="http://schemas.openxmlformats.org/drawingml/2006/main" id="11" idx="0"/>
          </p:cNvCxnSpPr>
          <p:nvPr/>
        </p:nvCxnSpPr>
        <p:spPr>
          <a:xfrm xmlns:a="http://schemas.openxmlformats.org/drawingml/2006/main">
            <a:off x="6096000" y="2152650"/>
            <a:ext cx="3848100" cy="504825"/>
          </a:xfrm>
          <a:prstGeom xmlns:a="http://schemas.openxmlformats.org/drawingml/2006/main" prst="bentConnector4">
            <a:avLst>
              <a:gd name="adj1" fmla="val 0"/>
              <a:gd name="adj2" fmla="val 50000"/>
            </a:avLst>
          </a:prstGeom>
          <a:ln xmlns:a="http://schemas.openxmlformats.org/drawingml/2006/main" w="19050">
            <a:solidFill>
              <a:srgbClr val="FFB35D"/>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528EFF4B-F453-47F3-B016-A5CD22B91BDF}"/>
              </a:ext>
            </a:extLst>
          </p:cNvPr>
          <p:cNvCxnSpPr>
            <a:stCxn xmlns:a="http://schemas.openxmlformats.org/drawingml/2006/main" id="4" idx="2"/>
            <a:endCxn xmlns:a="http://schemas.openxmlformats.org/drawingml/2006/main" id="9" idx="0"/>
          </p:cNvCxnSpPr>
          <p:nvPr/>
        </p:nvCxnSpPr>
        <p:spPr>
          <a:xfrm xmlns:a="http://schemas.openxmlformats.org/drawingml/2006/main">
            <a:off x="6096000" y="2152650"/>
            <a:ext cx="0" cy="504825"/>
          </a:xfrm>
          <a:prstGeom xmlns:a="http://schemas.openxmlformats.org/drawingml/2006/main" prst="straightConnector1">
            <a:avLst/>
          </a:prstGeom>
          <a:ln xmlns:a="http://schemas.openxmlformats.org/drawingml/2006/main" w="19050">
            <a:solidFill>
              <a:srgbClr val="6877FF"/>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803E7579-A577-40C5-9FBB-72AB4BA024CE}"/>
              </a:ext>
            </a:extLst>
          </p:cNvPr>
          <p:cNvCxnSpPr>
            <a:stCxn xmlns:a="http://schemas.openxmlformats.org/drawingml/2006/main" id="4" idx="2"/>
            <a:endCxn xmlns:a="http://schemas.openxmlformats.org/drawingml/2006/main" id="7" idx="0"/>
          </p:cNvCxnSpPr>
          <p:nvPr/>
        </p:nvCxnSpPr>
        <p:spPr>
          <a:xfrm xmlns:a="http://schemas.openxmlformats.org/drawingml/2006/main" flipH="1">
            <a:off x="2247900" y="2152650"/>
            <a:ext cx="3848100" cy="504825"/>
          </a:xfrm>
          <a:prstGeom xmlns:a="http://schemas.openxmlformats.org/drawingml/2006/main" prst="bentConnector4">
            <a:avLst>
              <a:gd name="adj1" fmla="val 0"/>
              <a:gd name="adj2" fmla="val 50000"/>
            </a:avLst>
          </a:prstGeom>
          <a:ln xmlns:a="http://schemas.openxmlformats.org/drawingml/2006/main" w="19050">
            <a:solidFill>
              <a:srgbClr val="37C9C4"/>
            </a:solidFill>
            <a:prstDash val="solid"/>
            <a:tailEnd type="triangle" w="sm" len="sm"/>
          </a:ln>
        </p:spPr>
      </p:cxnSp>
      <p:sp>
        <p:nvSpPr>
          <p:cNvPr id="25" name="eyebrow-07  /  FRONTEND VIEW">
            <a:extLst xmlns:a="http://schemas.openxmlformats.org/drawingml/2006/main">
              <a:ext uri="{FF2B5EF4-FFF2-40B4-BE49-F238E27FC236}">
                <a16:creationId xmlns:a16="http://schemas.microsoft.com/office/drawing/2014/main" id="{90889A3D-3807-4061-B1AE-BB21E5BDD89F}"/>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07  /  FRONTEND VIEW</a:t>
            </a:r>
          </a:p>
        </p:txBody>
      </p:sp>
      <p:sp>
        <p:nvSpPr>
          <p:cNvPr id="2" name="title-07  /  FRONTEND VIEW">
            <a:extLst xmlns:a="http://schemas.openxmlformats.org/drawingml/2006/main">
              <a:ext uri="{FF2B5EF4-FFF2-40B4-BE49-F238E27FC236}">
                <a16:creationId xmlns:a16="http://schemas.microsoft.com/office/drawing/2014/main" id="{7BC7B008-FA2E-4E64-921D-E12B5C567499}"/>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One Web App, Three Role Workspaces</a:t>
            </a:r>
          </a:p>
        </p:txBody>
      </p:sp>
      <p:sp>
        <p:nvSpPr>
          <p:cNvPr id="3" name="subtitle-07  /  FRONTEND VIEW">
            <a:extLst xmlns:a="http://schemas.openxmlformats.org/drawingml/2006/main">
              <a:ext uri="{FF2B5EF4-FFF2-40B4-BE49-F238E27FC236}">
                <a16:creationId xmlns:a16="http://schemas.microsoft.com/office/drawing/2014/main" id="{A60686CD-8370-4772-9414-FF3291E00540}"/>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Next.js App Router presents the student, teacher and administrator views through one accessible web surface.</a:t>
            </a:r>
          </a:p>
        </p:txBody>
      </p:sp>
      <p:sp>
        <p:nvSpPr>
          <p:cNvPr id="4" name="frontend-app">
            <a:extLst xmlns:a="http://schemas.openxmlformats.org/drawingml/2006/main">
              <a:ext uri="{FF2B5EF4-FFF2-40B4-BE49-F238E27FC236}">
                <a16:creationId xmlns:a16="http://schemas.microsoft.com/office/drawing/2014/main" id="{58758F46-591B-4CA9-9855-9DFECDABBB5D}"/>
              </a:ext>
            </a:extLst>
          </p:cNvPr>
          <p:cNvSpPr>
            <a:spLocks xmlns:a="http://schemas.openxmlformats.org/drawingml/2006/main" noGrp="1"/>
          </p:cNvSpPr>
          <p:nvPr/>
        </p:nvSpPr>
        <p:spPr>
          <a:xfrm xmlns:a="http://schemas.openxmlformats.org/drawingml/2006/main">
            <a:off x="4019550" y="1562100"/>
            <a:ext cx="4152900" cy="590550"/>
          </a:xfrm>
          <a:prstGeom xmlns:a="http://schemas.openxmlformats.org/drawingml/2006/main" prst="roundRect">
            <a:avLst>
              <a:gd name="adj" fmla="val 16129"/>
            </a:avLst>
          </a:prstGeom>
          <a:solidFill xmlns:a="http://schemas.openxmlformats.org/drawingml/2006/main">
            <a:srgbClr val="20254A"/>
          </a:solidFill>
          <a:ln xmlns:a="http://schemas.openxmlformats.org/drawingml/2006/main" w="13335">
            <a:solidFill>
              <a:srgbClr val="6877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650" b="1">
                <a:solidFill>
                  <a:srgbClr val="F5F7FC"/>
                </a:solidFill>
                <a:latin typeface="Segoe UI"/>
                <a:ea typeface="Segoe UI"/>
                <a:cs typeface="Segoe UI"/>
              </a:defRPr>
            </a:defPPr>
            <a:lvl1pPr algn="ctr">
              <a:defRPr sz="1650" b="1">
                <a:solidFill>
                  <a:srgbClr val="F5F7FC"/>
                </a:solidFill>
                <a:latin typeface="Segoe UI"/>
                <a:ea typeface="Segoe UI"/>
                <a:cs typeface="Segoe UI"/>
              </a:defRPr>
            </a:lvl1pPr>
            <a:lvl2pPr algn="ctr">
              <a:defRPr sz="1650" b="1">
                <a:solidFill>
                  <a:srgbClr val="F5F7FC"/>
                </a:solidFill>
                <a:latin typeface="Segoe UI"/>
                <a:ea typeface="Segoe UI"/>
                <a:cs typeface="Segoe UI"/>
              </a:defRPr>
            </a:lvl2pPr>
            <a:lvl3pPr algn="ctr">
              <a:defRPr sz="1650" b="1">
                <a:solidFill>
                  <a:srgbClr val="F5F7FC"/>
                </a:solidFill>
                <a:latin typeface="Segoe UI"/>
                <a:ea typeface="Segoe UI"/>
                <a:cs typeface="Segoe UI"/>
              </a:defRPr>
            </a:lvl3pPr>
            <a:lvl4pPr algn="ctr">
              <a:defRPr sz="1650" b="1">
                <a:solidFill>
                  <a:srgbClr val="F5F7FC"/>
                </a:solidFill>
                <a:latin typeface="Segoe UI"/>
                <a:ea typeface="Segoe UI"/>
                <a:cs typeface="Segoe UI"/>
              </a:defRPr>
            </a:lvl4pPr>
            <a:lvl5pPr algn="ctr">
              <a:defRPr sz="1650" b="1">
                <a:solidFill>
                  <a:srgbClr val="F5F7FC"/>
                </a:solidFill>
                <a:latin typeface="Segoe UI"/>
                <a:ea typeface="Segoe UI"/>
                <a:cs typeface="Segoe UI"/>
              </a:defRPr>
            </a:lvl5pPr>
            <a:lvl6pPr algn="ctr">
              <a:defRPr sz="1650" b="1">
                <a:solidFill>
                  <a:srgbClr val="F5F7FC"/>
                </a:solidFill>
                <a:latin typeface="Segoe UI"/>
                <a:ea typeface="Segoe UI"/>
                <a:cs typeface="Segoe UI"/>
              </a:defRPr>
            </a:lvl6pPr>
            <a:lvl7pPr algn="ctr">
              <a:defRPr sz="1650" b="1">
                <a:solidFill>
                  <a:srgbClr val="F5F7FC"/>
                </a:solidFill>
                <a:latin typeface="Segoe UI"/>
                <a:ea typeface="Segoe UI"/>
                <a:cs typeface="Segoe UI"/>
              </a:defRPr>
            </a:lvl7pPr>
            <a:lvl8pPr algn="ctr">
              <a:defRPr sz="1650" b="1">
                <a:solidFill>
                  <a:srgbClr val="F5F7FC"/>
                </a:solidFill>
                <a:latin typeface="Segoe UI"/>
                <a:ea typeface="Segoe UI"/>
                <a:cs typeface="Segoe UI"/>
              </a:defRPr>
            </a:lvl8pPr>
            <a:lvl9pPr algn="ctr">
              <a:defRPr sz="1650" b="1">
                <a:solidFill>
                  <a:srgbClr val="F5F7FC"/>
                </a:solidFill>
                <a:latin typeface="Segoe UI"/>
                <a:ea typeface="Segoe UI"/>
                <a:cs typeface="Segoe UI"/>
              </a:defRPr>
            </a:lvl9pPr>
          </a:lstStyle>
          <a:p xmlns:a="http://schemas.openxmlformats.org/drawingml/2006/main">
            <a:pPr algn="ctr">
              <a:defRPr sz="1650" b="1">
                <a:solidFill>
                  <a:srgbClr val="F5F7FC"/>
                </a:solidFill>
                <a:latin typeface="Segoe UI"/>
                <a:ea typeface="Segoe UI"/>
                <a:cs typeface="Segoe UI"/>
              </a:defRPr>
            </a:pPr>
            <a:r>
              <a:rPr sz="1650" b="1">
                <a:solidFill>
                  <a:srgbClr val="F5F7FC"/>
                </a:solidFill>
                <a:latin typeface="Segoe UI"/>
                <a:ea typeface="Segoe UI"/>
                <a:cs typeface="Segoe UI"/>
              </a:rPr>
              <a:t>Web App  ·  App Router</a:t>
            </a:r>
          </a:p>
        </p:txBody>
      </p:sp>
      <p:sp>
        <p:nvSpPr>
          <p:cNvPr id="5" name="frontend-nextjs-logo-tile">
            <a:extLst xmlns:a="http://schemas.openxmlformats.org/drawingml/2006/main">
              <a:ext uri="{FF2B5EF4-FFF2-40B4-BE49-F238E27FC236}">
                <a16:creationId xmlns:a16="http://schemas.microsoft.com/office/drawing/2014/main" id="{03B36544-48BE-4E9D-BF8A-A747175431BD}"/>
              </a:ext>
            </a:extLst>
          </p:cNvPr>
          <p:cNvSpPr>
            <a:spLocks xmlns:a="http://schemas.openxmlformats.org/drawingml/2006/main" noGrp="1"/>
          </p:cNvSpPr>
          <p:nvPr/>
        </p:nvSpPr>
        <p:spPr>
          <a:xfrm xmlns:a="http://schemas.openxmlformats.org/drawingml/2006/main">
            <a:off x="4200525" y="1714500"/>
            <a:ext cx="285750" cy="285750"/>
          </a:xfrm>
          <a:prstGeom xmlns:a="http://schemas.openxmlformats.org/drawingml/2006/main" prst="roundRect">
            <a:avLst>
              <a:gd name="adj" fmla="val 23333"/>
            </a:avLst>
          </a:prstGeom>
          <a:solidFill xmlns:a="http://schemas.openxmlformats.org/drawingml/2006/main">
            <a:srgbClr val="FFFFFF"/>
          </a:solidFill>
          <a:ln xmlns:a="http://schemas.openxmlformats.org/drawingml/2006/main" w="4763">
            <a:solidFill>
              <a:srgbClr val="FFFFFF"/>
            </a:solidFill>
            <a:prstDash val="solid"/>
          </a:ln>
        </p:spPr>
      </p:sp>
      <p:pic>
        <p:nvPicPr>
          <p:cNvPr id="6" name="">
            <a:extLst xmlns:a="http://schemas.openxmlformats.org/drawingml/2006/main">
              <a:ext uri="{FF2B5EF4-FFF2-40B4-BE49-F238E27FC236}">
                <a16:creationId xmlns:a16="http://schemas.microsoft.com/office/drawing/2014/main" id="{6E4AD909-6559-4E44-A6BB-58F11DA23818}"/>
              </a:ext>
            </a:extLst>
          </p:cNvPr>
          <p:cNvPicPr>
            <a:picLocks xmlns:a="http://schemas.openxmlformats.org/drawingml/2006/main" noChangeAspect="1"/>
          </p:cNvPicPr>
          <p:nvPr/>
        </p:nvPicPr>
        <p:blipFill>
          <a:blip xmlns:r="http://schemas.openxmlformats.org/officeDocument/2006/relationships" xmlns:a="http://schemas.openxmlformats.org/drawingml/2006/main" r:embed="Rade6c78e0ce24cb7">
            <a:extLst>
              <a:ext uri="{96DAC541-7B7A-43D3-8B79-37D633B846F1}">
                <asvg:svgBlip xmlns:asvg="http://schemas.microsoft.com/office/drawing/2016/SVG/main" r:embed="R6b108309e24f460e"/>
              </a:ext>
            </a:extLst>
          </a:blip>
          <a:stretch xmlns:a="http://schemas.openxmlformats.org/drawingml/2006/main"/>
        </p:blipFill>
        <p:spPr>
          <a:xfrm xmlns:a="http://schemas.openxmlformats.org/drawingml/2006/main">
            <a:off x="4248150" y="1762125"/>
            <a:ext cx="190500" cy="190500"/>
          </a:xfrm>
          <a:prstGeom xmlns:a="http://schemas.openxmlformats.org/drawingml/2006/main" prst="rect">
            <a:avLst/>
          </a:prstGeom>
        </p:spPr>
      </p:pic>
      <p:sp>
        <p:nvSpPr>
          <p:cNvPr id="7" name="student-view-frame">
            <a:extLst xmlns:a="http://schemas.openxmlformats.org/drawingml/2006/main">
              <a:ext uri="{FF2B5EF4-FFF2-40B4-BE49-F238E27FC236}">
                <a16:creationId xmlns:a16="http://schemas.microsoft.com/office/drawing/2014/main" id="{B3D384D7-113E-4193-B8E9-9F3A52549E7D}"/>
              </a:ext>
            </a:extLst>
          </p:cNvPr>
          <p:cNvSpPr>
            <a:spLocks xmlns:a="http://schemas.openxmlformats.org/drawingml/2006/main" noGrp="1"/>
          </p:cNvSpPr>
          <p:nvPr/>
        </p:nvSpPr>
        <p:spPr>
          <a:xfrm xmlns:a="http://schemas.openxmlformats.org/drawingml/2006/main">
            <a:off x="5334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37C9C4"/>
            </a:solidFill>
            <a:prstDash val="dash"/>
          </a:ln>
        </p:spPr>
      </p:sp>
      <p:sp>
        <p:nvSpPr>
          <p:cNvPr id="8" name="student-view-heading">
            <a:extLst xmlns:a="http://schemas.openxmlformats.org/drawingml/2006/main">
              <a:ext uri="{FF2B5EF4-FFF2-40B4-BE49-F238E27FC236}">
                <a16:creationId xmlns:a16="http://schemas.microsoft.com/office/drawing/2014/main" id="{23DF1CF4-C92F-4557-B51E-55DD7EFD4CF8}"/>
              </a:ext>
            </a:extLst>
          </p:cNvPr>
          <p:cNvSpPr>
            <a:spLocks xmlns:a="http://schemas.openxmlformats.org/drawingml/2006/main" noGrp="1"/>
          </p:cNvSpPr>
          <p:nvPr/>
        </p:nvSpPr>
        <p:spPr>
          <a:xfrm xmlns:a="http://schemas.openxmlformats.org/drawingml/2006/main">
            <a:off x="6667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37C9C4"/>
                </a:solidFill>
                <a:latin typeface="Segoe UI"/>
                <a:ea typeface="Segoe UI"/>
                <a:cs typeface="Segoe UI"/>
              </a:defRPr>
            </a:defPPr>
            <a:lvl1pPr algn="l">
              <a:defRPr sz="975" b="1">
                <a:solidFill>
                  <a:srgbClr val="37C9C4"/>
                </a:solidFill>
                <a:latin typeface="Segoe UI"/>
                <a:ea typeface="Segoe UI"/>
                <a:cs typeface="Segoe UI"/>
              </a:defRPr>
            </a:lvl1pPr>
            <a:lvl2pPr algn="l">
              <a:defRPr sz="975" b="1">
                <a:solidFill>
                  <a:srgbClr val="37C9C4"/>
                </a:solidFill>
                <a:latin typeface="Segoe UI"/>
                <a:ea typeface="Segoe UI"/>
                <a:cs typeface="Segoe UI"/>
              </a:defRPr>
            </a:lvl2pPr>
            <a:lvl3pPr algn="l">
              <a:defRPr sz="975" b="1">
                <a:solidFill>
                  <a:srgbClr val="37C9C4"/>
                </a:solidFill>
                <a:latin typeface="Segoe UI"/>
                <a:ea typeface="Segoe UI"/>
                <a:cs typeface="Segoe UI"/>
              </a:defRPr>
            </a:lvl3pPr>
            <a:lvl4pPr algn="l">
              <a:defRPr sz="975" b="1">
                <a:solidFill>
                  <a:srgbClr val="37C9C4"/>
                </a:solidFill>
                <a:latin typeface="Segoe UI"/>
                <a:ea typeface="Segoe UI"/>
                <a:cs typeface="Segoe UI"/>
              </a:defRPr>
            </a:lvl4pPr>
            <a:lvl5pPr algn="l">
              <a:defRPr sz="975" b="1">
                <a:solidFill>
                  <a:srgbClr val="37C9C4"/>
                </a:solidFill>
                <a:latin typeface="Segoe UI"/>
                <a:ea typeface="Segoe UI"/>
                <a:cs typeface="Segoe UI"/>
              </a:defRPr>
            </a:lvl5pPr>
            <a:lvl6pPr algn="l">
              <a:defRPr sz="975" b="1">
                <a:solidFill>
                  <a:srgbClr val="37C9C4"/>
                </a:solidFill>
                <a:latin typeface="Segoe UI"/>
                <a:ea typeface="Segoe UI"/>
                <a:cs typeface="Segoe UI"/>
              </a:defRPr>
            </a:lvl6pPr>
            <a:lvl7pPr algn="l">
              <a:defRPr sz="975" b="1">
                <a:solidFill>
                  <a:srgbClr val="37C9C4"/>
                </a:solidFill>
                <a:latin typeface="Segoe UI"/>
                <a:ea typeface="Segoe UI"/>
                <a:cs typeface="Segoe UI"/>
              </a:defRPr>
            </a:lvl7pPr>
            <a:lvl8pPr algn="l">
              <a:defRPr sz="975" b="1">
                <a:solidFill>
                  <a:srgbClr val="37C9C4"/>
                </a:solidFill>
                <a:latin typeface="Segoe UI"/>
                <a:ea typeface="Segoe UI"/>
                <a:cs typeface="Segoe UI"/>
              </a:defRPr>
            </a:lvl8pPr>
            <a:lvl9pPr algn="l">
              <a:defRPr sz="975" b="1">
                <a:solidFill>
                  <a:srgbClr val="37C9C4"/>
                </a:solidFill>
                <a:latin typeface="Segoe UI"/>
                <a:ea typeface="Segoe UI"/>
                <a:cs typeface="Segoe UI"/>
              </a:defRPr>
            </a:lvl9pPr>
          </a:lstStyle>
          <a:p xmlns:a="http://schemas.openxmlformats.org/drawingml/2006/main">
            <a:pPr algn="l">
              <a:defRPr sz="975" b="1">
                <a:solidFill>
                  <a:srgbClr val="37C9C4"/>
                </a:solidFill>
                <a:latin typeface="Segoe UI"/>
                <a:ea typeface="Segoe UI"/>
                <a:cs typeface="Segoe UI"/>
              </a:defRPr>
            </a:pPr>
            <a:r>
              <a:rPr sz="975" b="1">
                <a:solidFill>
                  <a:srgbClr val="37C9C4"/>
                </a:solidFill>
                <a:latin typeface="Segoe UI"/>
                <a:ea typeface="Segoe UI"/>
                <a:cs typeface="Segoe UI"/>
              </a:rPr>
              <a:t>STUDENT WORKSPACE</a:t>
            </a:r>
          </a:p>
        </p:txBody>
      </p:sp>
      <p:sp>
        <p:nvSpPr>
          <p:cNvPr id="9" name="teacher-view-frame">
            <a:extLst xmlns:a="http://schemas.openxmlformats.org/drawingml/2006/main">
              <a:ext uri="{FF2B5EF4-FFF2-40B4-BE49-F238E27FC236}">
                <a16:creationId xmlns:a16="http://schemas.microsoft.com/office/drawing/2014/main" id="{B38048E0-B072-4694-863A-3B70E18D2B0A}"/>
              </a:ext>
            </a:extLst>
          </p:cNvPr>
          <p:cNvSpPr>
            <a:spLocks xmlns:a="http://schemas.openxmlformats.org/drawingml/2006/main" noGrp="1"/>
          </p:cNvSpPr>
          <p:nvPr/>
        </p:nvSpPr>
        <p:spPr>
          <a:xfrm xmlns:a="http://schemas.openxmlformats.org/drawingml/2006/main">
            <a:off x="43815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6877FF"/>
            </a:solidFill>
            <a:prstDash val="dash"/>
          </a:ln>
        </p:spPr>
      </p:sp>
      <p:sp>
        <p:nvSpPr>
          <p:cNvPr id="10" name="teacher-view-heading">
            <a:extLst xmlns:a="http://schemas.openxmlformats.org/drawingml/2006/main">
              <a:ext uri="{FF2B5EF4-FFF2-40B4-BE49-F238E27FC236}">
                <a16:creationId xmlns:a16="http://schemas.microsoft.com/office/drawing/2014/main" id="{CFC839A1-D712-45F8-8C26-00B7B87C397E}"/>
              </a:ext>
            </a:extLst>
          </p:cNvPr>
          <p:cNvSpPr>
            <a:spLocks xmlns:a="http://schemas.openxmlformats.org/drawingml/2006/main" noGrp="1"/>
          </p:cNvSpPr>
          <p:nvPr/>
        </p:nvSpPr>
        <p:spPr>
          <a:xfrm xmlns:a="http://schemas.openxmlformats.org/drawingml/2006/main">
            <a:off x="45148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6877FF"/>
                </a:solidFill>
                <a:latin typeface="Segoe UI"/>
                <a:ea typeface="Segoe UI"/>
                <a:cs typeface="Segoe UI"/>
              </a:defRPr>
            </a:defPPr>
            <a:lvl1pPr algn="l">
              <a:defRPr sz="975" b="1">
                <a:solidFill>
                  <a:srgbClr val="6877FF"/>
                </a:solidFill>
                <a:latin typeface="Segoe UI"/>
                <a:ea typeface="Segoe UI"/>
                <a:cs typeface="Segoe UI"/>
              </a:defRPr>
            </a:lvl1pPr>
            <a:lvl2pPr algn="l">
              <a:defRPr sz="975" b="1">
                <a:solidFill>
                  <a:srgbClr val="6877FF"/>
                </a:solidFill>
                <a:latin typeface="Segoe UI"/>
                <a:ea typeface="Segoe UI"/>
                <a:cs typeface="Segoe UI"/>
              </a:defRPr>
            </a:lvl2pPr>
            <a:lvl3pPr algn="l">
              <a:defRPr sz="975" b="1">
                <a:solidFill>
                  <a:srgbClr val="6877FF"/>
                </a:solidFill>
                <a:latin typeface="Segoe UI"/>
                <a:ea typeface="Segoe UI"/>
                <a:cs typeface="Segoe UI"/>
              </a:defRPr>
            </a:lvl3pPr>
            <a:lvl4pPr algn="l">
              <a:defRPr sz="975" b="1">
                <a:solidFill>
                  <a:srgbClr val="6877FF"/>
                </a:solidFill>
                <a:latin typeface="Segoe UI"/>
                <a:ea typeface="Segoe UI"/>
                <a:cs typeface="Segoe UI"/>
              </a:defRPr>
            </a:lvl4pPr>
            <a:lvl5pPr algn="l">
              <a:defRPr sz="975" b="1">
                <a:solidFill>
                  <a:srgbClr val="6877FF"/>
                </a:solidFill>
                <a:latin typeface="Segoe UI"/>
                <a:ea typeface="Segoe UI"/>
                <a:cs typeface="Segoe UI"/>
              </a:defRPr>
            </a:lvl5pPr>
            <a:lvl6pPr algn="l">
              <a:defRPr sz="975" b="1">
                <a:solidFill>
                  <a:srgbClr val="6877FF"/>
                </a:solidFill>
                <a:latin typeface="Segoe UI"/>
                <a:ea typeface="Segoe UI"/>
                <a:cs typeface="Segoe UI"/>
              </a:defRPr>
            </a:lvl6pPr>
            <a:lvl7pPr algn="l">
              <a:defRPr sz="975" b="1">
                <a:solidFill>
                  <a:srgbClr val="6877FF"/>
                </a:solidFill>
                <a:latin typeface="Segoe UI"/>
                <a:ea typeface="Segoe UI"/>
                <a:cs typeface="Segoe UI"/>
              </a:defRPr>
            </a:lvl7pPr>
            <a:lvl8pPr algn="l">
              <a:defRPr sz="975" b="1">
                <a:solidFill>
                  <a:srgbClr val="6877FF"/>
                </a:solidFill>
                <a:latin typeface="Segoe UI"/>
                <a:ea typeface="Segoe UI"/>
                <a:cs typeface="Segoe UI"/>
              </a:defRPr>
            </a:lvl8pPr>
            <a:lvl9pPr algn="l">
              <a:defRPr sz="975" b="1">
                <a:solidFill>
                  <a:srgbClr val="6877FF"/>
                </a:solidFill>
                <a:latin typeface="Segoe UI"/>
                <a:ea typeface="Segoe UI"/>
                <a:cs typeface="Segoe UI"/>
              </a:defRPr>
            </a:lvl9pPr>
          </a:lstStyle>
          <a:p xmlns:a="http://schemas.openxmlformats.org/drawingml/2006/main">
            <a:pPr algn="l">
              <a:defRPr sz="975" b="1">
                <a:solidFill>
                  <a:srgbClr val="6877FF"/>
                </a:solidFill>
                <a:latin typeface="Segoe UI"/>
                <a:ea typeface="Segoe UI"/>
                <a:cs typeface="Segoe UI"/>
              </a:defRPr>
            </a:pPr>
            <a:r>
              <a:rPr sz="975" b="1">
                <a:solidFill>
                  <a:srgbClr val="6877FF"/>
                </a:solidFill>
                <a:latin typeface="Segoe UI"/>
                <a:ea typeface="Segoe UI"/>
                <a:cs typeface="Segoe UI"/>
              </a:rPr>
              <a:t>TEACHER WORKSPACE</a:t>
            </a:r>
          </a:p>
        </p:txBody>
      </p:sp>
      <p:sp>
        <p:nvSpPr>
          <p:cNvPr id="11" name="admin-view-frame">
            <a:extLst xmlns:a="http://schemas.openxmlformats.org/drawingml/2006/main">
              <a:ext uri="{FF2B5EF4-FFF2-40B4-BE49-F238E27FC236}">
                <a16:creationId xmlns:a16="http://schemas.microsoft.com/office/drawing/2014/main" id="{032F8446-AF96-4007-81C1-712A1C8B9137}"/>
              </a:ext>
            </a:extLst>
          </p:cNvPr>
          <p:cNvSpPr>
            <a:spLocks xmlns:a="http://schemas.openxmlformats.org/drawingml/2006/main" noGrp="1"/>
          </p:cNvSpPr>
          <p:nvPr/>
        </p:nvSpPr>
        <p:spPr>
          <a:xfrm xmlns:a="http://schemas.openxmlformats.org/drawingml/2006/main">
            <a:off x="8229600" y="2657475"/>
            <a:ext cx="3429000" cy="2362200"/>
          </a:xfrm>
          <a:prstGeom xmlns:a="http://schemas.openxmlformats.org/drawingml/2006/main" prst="roundRect">
            <a:avLst>
              <a:gd name="adj" fmla="val 4839"/>
            </a:avLst>
          </a:prstGeom>
          <a:solidFill xmlns:a="http://schemas.openxmlformats.org/drawingml/2006/main">
            <a:srgbClr val="0E1525">
              <a:alpha val="80000"/>
            </a:srgbClr>
          </a:solidFill>
          <a:ln xmlns:a="http://schemas.openxmlformats.org/drawingml/2006/main" w="14288">
            <a:solidFill>
              <a:srgbClr val="FFB35D"/>
            </a:solidFill>
            <a:prstDash val="dash"/>
          </a:ln>
        </p:spPr>
      </p:sp>
      <p:sp>
        <p:nvSpPr>
          <p:cNvPr id="12" name="admin-view-heading">
            <a:extLst xmlns:a="http://schemas.openxmlformats.org/drawingml/2006/main">
              <a:ext uri="{FF2B5EF4-FFF2-40B4-BE49-F238E27FC236}">
                <a16:creationId xmlns:a16="http://schemas.microsoft.com/office/drawing/2014/main" id="{E22B6EBE-F807-45E8-A6D4-7275399D3DA4}"/>
              </a:ext>
            </a:extLst>
          </p:cNvPr>
          <p:cNvSpPr>
            <a:spLocks xmlns:a="http://schemas.openxmlformats.org/drawingml/2006/main" noGrp="1"/>
          </p:cNvSpPr>
          <p:nvPr/>
        </p:nvSpPr>
        <p:spPr>
          <a:xfrm xmlns:a="http://schemas.openxmlformats.org/drawingml/2006/main">
            <a:off x="8362950" y="2771775"/>
            <a:ext cx="3162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ADMIN WORKSPACE</a:t>
            </a:r>
          </a:p>
        </p:txBody>
      </p:sp>
      <p:sp>
        <p:nvSpPr>
          <p:cNvPr id="16" name="student-title">
            <a:extLst xmlns:a="http://schemas.openxmlformats.org/drawingml/2006/main">
              <a:ext uri="{FF2B5EF4-FFF2-40B4-BE49-F238E27FC236}">
                <a16:creationId xmlns:a16="http://schemas.microsoft.com/office/drawing/2014/main" id="{ED40A629-7687-4BD3-A844-E8E09F42AB90}"/>
              </a:ext>
            </a:extLst>
          </p:cNvPr>
          <p:cNvSpPr>
            <a:spLocks xmlns:a="http://schemas.openxmlformats.org/drawingml/2006/main" noGrp="1"/>
          </p:cNvSpPr>
          <p:nvPr/>
        </p:nvSpPr>
        <p:spPr>
          <a:xfrm xmlns:a="http://schemas.openxmlformats.org/drawingml/2006/main">
            <a:off x="7620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Learn and practice</a:t>
            </a:r>
          </a:p>
        </p:txBody>
      </p:sp>
      <p:sp>
        <p:nvSpPr>
          <p:cNvPr id="17" name="student-routes">
            <a:extLst xmlns:a="http://schemas.openxmlformats.org/drawingml/2006/main">
              <a:ext uri="{FF2B5EF4-FFF2-40B4-BE49-F238E27FC236}">
                <a16:creationId xmlns:a16="http://schemas.microsoft.com/office/drawing/2014/main" id="{3D6158D5-B3C0-4CDD-8147-B0035BCED3AC}"/>
              </a:ext>
            </a:extLst>
          </p:cNvPr>
          <p:cNvSpPr>
            <a:spLocks xmlns:a="http://schemas.openxmlformats.org/drawingml/2006/main" noGrp="1"/>
          </p:cNvSpPr>
          <p:nvPr/>
        </p:nvSpPr>
        <p:spPr>
          <a:xfrm xmlns:a="http://schemas.openxmlformats.org/drawingml/2006/main">
            <a:off x="7620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Dashboard</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Tutor and class materials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Quizzes and assignments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Learning progress</a:t>
            </a:r>
          </a:p>
        </p:txBody>
      </p:sp>
      <p:sp>
        <p:nvSpPr>
          <p:cNvPr id="18" name="teacher-title">
            <a:extLst xmlns:a="http://schemas.openxmlformats.org/drawingml/2006/main">
              <a:ext uri="{FF2B5EF4-FFF2-40B4-BE49-F238E27FC236}">
                <a16:creationId xmlns:a16="http://schemas.microsoft.com/office/drawing/2014/main" id="{DAD410A7-EBC8-436F-A21D-2525671591C6}"/>
              </a:ext>
            </a:extLst>
          </p:cNvPr>
          <p:cNvSpPr>
            <a:spLocks xmlns:a="http://schemas.openxmlformats.org/drawingml/2006/main" noGrp="1"/>
          </p:cNvSpPr>
          <p:nvPr/>
        </p:nvSpPr>
        <p:spPr>
          <a:xfrm xmlns:a="http://schemas.openxmlformats.org/drawingml/2006/main">
            <a:off x="46101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Teach and review</a:t>
            </a:r>
          </a:p>
        </p:txBody>
      </p:sp>
      <p:sp>
        <p:nvSpPr>
          <p:cNvPr id="19" name="teacher-routes">
            <a:extLst xmlns:a="http://schemas.openxmlformats.org/drawingml/2006/main">
              <a:ext uri="{FF2B5EF4-FFF2-40B4-BE49-F238E27FC236}">
                <a16:creationId xmlns:a16="http://schemas.microsoft.com/office/drawing/2014/main" id="{C98F99B9-7879-4B91-ACEC-7AD9610FE71C}"/>
              </a:ext>
            </a:extLst>
          </p:cNvPr>
          <p:cNvSpPr>
            <a:spLocks xmlns:a="http://schemas.openxmlformats.org/drawingml/2006/main" noGrp="1"/>
          </p:cNvSpPr>
          <p:nvPr/>
        </p:nvSpPr>
        <p:spPr>
          <a:xfrm xmlns:a="http://schemas.openxmlformats.org/drawingml/2006/main">
            <a:off x="46101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Classes and students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Materials and assignments</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Quiz creation and review</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Class analytics</a:t>
            </a:r>
          </a:p>
        </p:txBody>
      </p:sp>
      <p:sp>
        <p:nvSpPr>
          <p:cNvPr id="20" name="admin-title">
            <a:extLst xmlns:a="http://schemas.openxmlformats.org/drawingml/2006/main">
              <a:ext uri="{FF2B5EF4-FFF2-40B4-BE49-F238E27FC236}">
                <a16:creationId xmlns:a16="http://schemas.microsoft.com/office/drawing/2014/main" id="{10412F93-DBC8-4835-B60F-9CBB2C0D1231}"/>
              </a:ext>
            </a:extLst>
          </p:cNvPr>
          <p:cNvSpPr>
            <a:spLocks xmlns:a="http://schemas.openxmlformats.org/drawingml/2006/main" noGrp="1"/>
          </p:cNvSpPr>
          <p:nvPr/>
        </p:nvSpPr>
        <p:spPr>
          <a:xfrm xmlns:a="http://schemas.openxmlformats.org/drawingml/2006/main">
            <a:off x="8458200" y="309562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F5F7FC"/>
                </a:solidFill>
                <a:latin typeface="Segoe UI"/>
                <a:ea typeface="Segoe UI"/>
                <a:cs typeface="Segoe UI"/>
              </a:defRPr>
            </a:defPPr>
            <a:lvl1pPr algn="l">
              <a:defRPr sz="1725" b="1">
                <a:solidFill>
                  <a:srgbClr val="F5F7FC"/>
                </a:solidFill>
                <a:latin typeface="Segoe UI"/>
                <a:ea typeface="Segoe UI"/>
                <a:cs typeface="Segoe UI"/>
              </a:defRPr>
            </a:lvl1pPr>
            <a:lvl2pPr algn="l">
              <a:defRPr sz="1725" b="1">
                <a:solidFill>
                  <a:srgbClr val="F5F7FC"/>
                </a:solidFill>
                <a:latin typeface="Segoe UI"/>
                <a:ea typeface="Segoe UI"/>
                <a:cs typeface="Segoe UI"/>
              </a:defRPr>
            </a:lvl2pPr>
            <a:lvl3pPr algn="l">
              <a:defRPr sz="1725" b="1">
                <a:solidFill>
                  <a:srgbClr val="F5F7FC"/>
                </a:solidFill>
                <a:latin typeface="Segoe UI"/>
                <a:ea typeface="Segoe UI"/>
                <a:cs typeface="Segoe UI"/>
              </a:defRPr>
            </a:lvl3pPr>
            <a:lvl4pPr algn="l">
              <a:defRPr sz="1725" b="1">
                <a:solidFill>
                  <a:srgbClr val="F5F7FC"/>
                </a:solidFill>
                <a:latin typeface="Segoe UI"/>
                <a:ea typeface="Segoe UI"/>
                <a:cs typeface="Segoe UI"/>
              </a:defRPr>
            </a:lvl4pPr>
            <a:lvl5pPr algn="l">
              <a:defRPr sz="1725" b="1">
                <a:solidFill>
                  <a:srgbClr val="F5F7FC"/>
                </a:solidFill>
                <a:latin typeface="Segoe UI"/>
                <a:ea typeface="Segoe UI"/>
                <a:cs typeface="Segoe UI"/>
              </a:defRPr>
            </a:lvl5pPr>
            <a:lvl6pPr algn="l">
              <a:defRPr sz="1725" b="1">
                <a:solidFill>
                  <a:srgbClr val="F5F7FC"/>
                </a:solidFill>
                <a:latin typeface="Segoe UI"/>
                <a:ea typeface="Segoe UI"/>
                <a:cs typeface="Segoe UI"/>
              </a:defRPr>
            </a:lvl6pPr>
            <a:lvl7pPr algn="l">
              <a:defRPr sz="1725" b="1">
                <a:solidFill>
                  <a:srgbClr val="F5F7FC"/>
                </a:solidFill>
                <a:latin typeface="Segoe UI"/>
                <a:ea typeface="Segoe UI"/>
                <a:cs typeface="Segoe UI"/>
              </a:defRPr>
            </a:lvl7pPr>
            <a:lvl8pPr algn="l">
              <a:defRPr sz="1725" b="1">
                <a:solidFill>
                  <a:srgbClr val="F5F7FC"/>
                </a:solidFill>
                <a:latin typeface="Segoe UI"/>
                <a:ea typeface="Segoe UI"/>
                <a:cs typeface="Segoe UI"/>
              </a:defRPr>
            </a:lvl8pPr>
            <a:lvl9pPr algn="l">
              <a:defRPr sz="1725" b="1">
                <a:solidFill>
                  <a:srgbClr val="F5F7FC"/>
                </a:solidFill>
                <a:latin typeface="Segoe UI"/>
                <a:ea typeface="Segoe UI"/>
                <a:cs typeface="Segoe UI"/>
              </a:defRPr>
            </a:lvl9pPr>
          </a:lstStyle>
          <a:p xmlns:a="http://schemas.openxmlformats.org/drawingml/2006/main">
            <a:pPr algn="l">
              <a:defRPr sz="1725" b="1">
                <a:solidFill>
                  <a:srgbClr val="F5F7FC"/>
                </a:solidFill>
                <a:latin typeface="Segoe UI"/>
                <a:ea typeface="Segoe UI"/>
                <a:cs typeface="Segoe UI"/>
              </a:defRPr>
            </a:pPr>
            <a:r>
              <a:rPr sz="1725" b="1">
                <a:solidFill>
                  <a:srgbClr val="F5F7FC"/>
                </a:solidFill>
                <a:latin typeface="Segoe UI"/>
                <a:ea typeface="Segoe UI"/>
                <a:cs typeface="Segoe UI"/>
              </a:rPr>
              <a:t>Operate and monitor</a:t>
            </a:r>
          </a:p>
        </p:txBody>
      </p:sp>
      <p:sp>
        <p:nvSpPr>
          <p:cNvPr id="21" name="admin-routes">
            <a:extLst xmlns:a="http://schemas.openxmlformats.org/drawingml/2006/main">
              <a:ext uri="{FF2B5EF4-FFF2-40B4-BE49-F238E27FC236}">
                <a16:creationId xmlns:a16="http://schemas.microsoft.com/office/drawing/2014/main" id="{7F85459C-8DEE-4B0F-AD6C-6B85515AC946}"/>
              </a:ext>
            </a:extLst>
          </p:cNvPr>
          <p:cNvSpPr>
            <a:spLocks xmlns:a="http://schemas.openxmlformats.org/drawingml/2006/main" noGrp="1"/>
          </p:cNvSpPr>
          <p:nvPr/>
        </p:nvSpPr>
        <p:spPr>
          <a:xfrm xmlns:a="http://schemas.openxmlformats.org/drawingml/2006/main">
            <a:off x="8458200" y="3514725"/>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CFD7E6"/>
                </a:solidFill>
                <a:latin typeface="Segoe UI"/>
                <a:ea typeface="Segoe UI"/>
                <a:cs typeface="Segoe UI"/>
              </a:defRPr>
            </a:defPPr>
            <a:lvl1pPr algn="l">
              <a:defRPr sz="1425">
                <a:solidFill>
                  <a:srgbClr val="CFD7E6"/>
                </a:solidFill>
                <a:latin typeface="Segoe UI"/>
                <a:ea typeface="Segoe UI"/>
                <a:cs typeface="Segoe UI"/>
              </a:defRPr>
            </a:lvl1pPr>
            <a:lvl2pPr algn="l">
              <a:defRPr sz="1425">
                <a:solidFill>
                  <a:srgbClr val="CFD7E6"/>
                </a:solidFill>
                <a:latin typeface="Segoe UI"/>
                <a:ea typeface="Segoe UI"/>
                <a:cs typeface="Segoe UI"/>
              </a:defRPr>
            </a:lvl2pPr>
            <a:lvl3pPr algn="l">
              <a:defRPr sz="1425">
                <a:solidFill>
                  <a:srgbClr val="CFD7E6"/>
                </a:solidFill>
                <a:latin typeface="Segoe UI"/>
                <a:ea typeface="Segoe UI"/>
                <a:cs typeface="Segoe UI"/>
              </a:defRPr>
            </a:lvl3pPr>
            <a:lvl4pPr algn="l">
              <a:defRPr sz="1425">
                <a:solidFill>
                  <a:srgbClr val="CFD7E6"/>
                </a:solidFill>
                <a:latin typeface="Segoe UI"/>
                <a:ea typeface="Segoe UI"/>
                <a:cs typeface="Segoe UI"/>
              </a:defRPr>
            </a:lvl4pPr>
            <a:lvl5pPr algn="l">
              <a:defRPr sz="1425">
                <a:solidFill>
                  <a:srgbClr val="CFD7E6"/>
                </a:solidFill>
                <a:latin typeface="Segoe UI"/>
                <a:ea typeface="Segoe UI"/>
                <a:cs typeface="Segoe UI"/>
              </a:defRPr>
            </a:lvl5pPr>
            <a:lvl6pPr algn="l">
              <a:defRPr sz="1425">
                <a:solidFill>
                  <a:srgbClr val="CFD7E6"/>
                </a:solidFill>
                <a:latin typeface="Segoe UI"/>
                <a:ea typeface="Segoe UI"/>
                <a:cs typeface="Segoe UI"/>
              </a:defRPr>
            </a:lvl6pPr>
            <a:lvl7pPr algn="l">
              <a:defRPr sz="1425">
                <a:solidFill>
                  <a:srgbClr val="CFD7E6"/>
                </a:solidFill>
                <a:latin typeface="Segoe UI"/>
                <a:ea typeface="Segoe UI"/>
                <a:cs typeface="Segoe UI"/>
              </a:defRPr>
            </a:lvl7pPr>
            <a:lvl8pPr algn="l">
              <a:defRPr sz="1425">
                <a:solidFill>
                  <a:srgbClr val="CFD7E6"/>
                </a:solidFill>
                <a:latin typeface="Segoe UI"/>
                <a:ea typeface="Segoe UI"/>
                <a:cs typeface="Segoe UI"/>
              </a:defRPr>
            </a:lvl8pPr>
            <a:lvl9pPr algn="l">
              <a:defRPr sz="1425">
                <a:solidFill>
                  <a:srgbClr val="CFD7E6"/>
                </a:solidFill>
                <a:latin typeface="Segoe UI"/>
                <a:ea typeface="Segoe UI"/>
                <a:cs typeface="Segoe UI"/>
              </a:defRPr>
            </a:lvl9pPr>
          </a:lstStyle>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User and invitation management</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Activity review</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AI usage monitoring</a:t>
            </a:r>
          </a:p>
          <a:p xmlns:a="http://schemas.openxmlformats.org/drawingml/2006/main">
            <a:pPr algn="l">
              <a:defRPr sz="1425">
                <a:solidFill>
                  <a:srgbClr val="CFD7E6"/>
                </a:solidFill>
                <a:latin typeface="Segoe UI"/>
                <a:ea typeface="Segoe UI"/>
                <a:cs typeface="Segoe UI"/>
              </a:defRPr>
            </a:pPr>
            <a:r>
              <a:rPr sz="1425">
                <a:solidFill>
                  <a:srgbClr val="CFD7E6"/>
                </a:solidFill>
                <a:latin typeface="Segoe UI"/>
                <a:ea typeface="Segoe UI"/>
                <a:cs typeface="Segoe UI"/>
              </a:rPr>
              <a:t>Content administration</a:t>
            </a:r>
          </a:p>
        </p:txBody>
      </p:sp>
      <p:sp>
        <p:nvSpPr>
          <p:cNvPr id="22" name="shared-frontend">
            <a:extLst xmlns:a="http://schemas.openxmlformats.org/drawingml/2006/main">
              <a:ext uri="{FF2B5EF4-FFF2-40B4-BE49-F238E27FC236}">
                <a16:creationId xmlns:a16="http://schemas.microsoft.com/office/drawing/2014/main" id="{77CADD74-76E1-41F4-8261-38E43603C8CC}"/>
              </a:ext>
            </a:extLst>
          </p:cNvPr>
          <p:cNvSpPr>
            <a:spLocks xmlns:a="http://schemas.openxmlformats.org/drawingml/2006/main" noGrp="1"/>
          </p:cNvSpPr>
          <p:nvPr/>
        </p:nvSpPr>
        <p:spPr>
          <a:xfrm xmlns:a="http://schemas.openxmlformats.org/drawingml/2006/main">
            <a:off x="533400" y="5381625"/>
            <a:ext cx="11125200" cy="723900"/>
          </a:xfrm>
          <a:prstGeom xmlns:a="http://schemas.openxmlformats.org/drawingml/2006/main" prst="roundRect">
            <a:avLst>
              <a:gd name="adj" fmla="val 15789"/>
            </a:avLst>
          </a:prstGeom>
          <a:solidFill xmlns:a="http://schemas.openxmlformats.org/drawingml/2006/main">
            <a:srgbClr val="10192A"/>
          </a:solidFill>
          <a:ln xmlns:a="http://schemas.openxmlformats.org/drawingml/2006/main" w="14288">
            <a:solidFill>
              <a:srgbClr val="A38AFF"/>
            </a:solidFill>
            <a:prstDash val="dash"/>
          </a:ln>
        </p:spPr>
      </p:sp>
      <p:sp>
        <p:nvSpPr>
          <p:cNvPr id="23" name="shared-title">
            <a:extLst xmlns:a="http://schemas.openxmlformats.org/drawingml/2006/main">
              <a:ext uri="{FF2B5EF4-FFF2-40B4-BE49-F238E27FC236}">
                <a16:creationId xmlns:a16="http://schemas.microsoft.com/office/drawing/2014/main" id="{5FCFDC66-0EFD-4FE2-A9DA-B34F2EB72B05}"/>
              </a:ext>
            </a:extLst>
          </p:cNvPr>
          <p:cNvSpPr>
            <a:spLocks xmlns:a="http://schemas.openxmlformats.org/drawingml/2006/main" noGrp="1"/>
          </p:cNvSpPr>
          <p:nvPr/>
        </p:nvSpPr>
        <p:spPr>
          <a:xfrm xmlns:a="http://schemas.openxmlformats.org/drawingml/2006/main">
            <a:off x="742950" y="54959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A38AFF"/>
                </a:solidFill>
                <a:latin typeface="Segoe UI"/>
                <a:ea typeface="Segoe UI"/>
                <a:cs typeface="Segoe UI"/>
              </a:defRPr>
            </a:defPPr>
            <a:lvl1pPr algn="l">
              <a:defRPr sz="1350" b="1">
                <a:solidFill>
                  <a:srgbClr val="A38AFF"/>
                </a:solidFill>
                <a:latin typeface="Segoe UI"/>
                <a:ea typeface="Segoe UI"/>
                <a:cs typeface="Segoe UI"/>
              </a:defRPr>
            </a:lvl1pPr>
            <a:lvl2pPr algn="l">
              <a:defRPr sz="1350" b="1">
                <a:solidFill>
                  <a:srgbClr val="A38AFF"/>
                </a:solidFill>
                <a:latin typeface="Segoe UI"/>
                <a:ea typeface="Segoe UI"/>
                <a:cs typeface="Segoe UI"/>
              </a:defRPr>
            </a:lvl2pPr>
            <a:lvl3pPr algn="l">
              <a:defRPr sz="1350" b="1">
                <a:solidFill>
                  <a:srgbClr val="A38AFF"/>
                </a:solidFill>
                <a:latin typeface="Segoe UI"/>
                <a:ea typeface="Segoe UI"/>
                <a:cs typeface="Segoe UI"/>
              </a:defRPr>
            </a:lvl3pPr>
            <a:lvl4pPr algn="l">
              <a:defRPr sz="1350" b="1">
                <a:solidFill>
                  <a:srgbClr val="A38AFF"/>
                </a:solidFill>
                <a:latin typeface="Segoe UI"/>
                <a:ea typeface="Segoe UI"/>
                <a:cs typeface="Segoe UI"/>
              </a:defRPr>
            </a:lvl4pPr>
            <a:lvl5pPr algn="l">
              <a:defRPr sz="1350" b="1">
                <a:solidFill>
                  <a:srgbClr val="A38AFF"/>
                </a:solidFill>
                <a:latin typeface="Segoe UI"/>
                <a:ea typeface="Segoe UI"/>
                <a:cs typeface="Segoe UI"/>
              </a:defRPr>
            </a:lvl5pPr>
            <a:lvl6pPr algn="l">
              <a:defRPr sz="1350" b="1">
                <a:solidFill>
                  <a:srgbClr val="A38AFF"/>
                </a:solidFill>
                <a:latin typeface="Segoe UI"/>
                <a:ea typeface="Segoe UI"/>
                <a:cs typeface="Segoe UI"/>
              </a:defRPr>
            </a:lvl6pPr>
            <a:lvl7pPr algn="l">
              <a:defRPr sz="1350" b="1">
                <a:solidFill>
                  <a:srgbClr val="A38AFF"/>
                </a:solidFill>
                <a:latin typeface="Segoe UI"/>
                <a:ea typeface="Segoe UI"/>
                <a:cs typeface="Segoe UI"/>
              </a:defRPr>
            </a:lvl7pPr>
            <a:lvl8pPr algn="l">
              <a:defRPr sz="1350" b="1">
                <a:solidFill>
                  <a:srgbClr val="A38AFF"/>
                </a:solidFill>
                <a:latin typeface="Segoe UI"/>
                <a:ea typeface="Segoe UI"/>
                <a:cs typeface="Segoe UI"/>
              </a:defRPr>
            </a:lvl8pPr>
            <a:lvl9pPr algn="l">
              <a:defRPr sz="1350" b="1">
                <a:solidFill>
                  <a:srgbClr val="A38AFF"/>
                </a:solidFill>
                <a:latin typeface="Segoe UI"/>
                <a:ea typeface="Segoe UI"/>
                <a:cs typeface="Segoe UI"/>
              </a:defRPr>
            </a:lvl9pPr>
          </a:lstStyle>
          <a:p xmlns:a="http://schemas.openxmlformats.org/drawingml/2006/main">
            <a:pPr algn="l">
              <a:defRPr sz="1350" b="1">
                <a:solidFill>
                  <a:srgbClr val="A38AFF"/>
                </a:solidFill>
                <a:latin typeface="Segoe UI"/>
                <a:ea typeface="Segoe UI"/>
                <a:cs typeface="Segoe UI"/>
              </a:defRPr>
            </a:pPr>
            <a:r>
              <a:rPr sz="1350" b="1">
                <a:solidFill>
                  <a:srgbClr val="A38AFF"/>
                </a:solidFill>
                <a:latin typeface="Segoe UI"/>
                <a:ea typeface="Segoe UI"/>
                <a:cs typeface="Segoe UI"/>
              </a:rPr>
              <a:t>Shared frontend</a:t>
            </a:r>
          </a:p>
        </p:txBody>
      </p:sp>
      <p:sp>
        <p:nvSpPr>
          <p:cNvPr id="24" name="shared-body">
            <a:extLst xmlns:a="http://schemas.openxmlformats.org/drawingml/2006/main">
              <a:ext uri="{FF2B5EF4-FFF2-40B4-BE49-F238E27FC236}">
                <a16:creationId xmlns:a16="http://schemas.microsoft.com/office/drawing/2014/main" id="{EBD848FD-A2AD-4530-ABCB-E40CC44C0C56}"/>
              </a:ext>
            </a:extLst>
          </p:cNvPr>
          <p:cNvSpPr>
            <a:spLocks xmlns:a="http://schemas.openxmlformats.org/drawingml/2006/main" noGrp="1"/>
          </p:cNvSpPr>
          <p:nvPr/>
        </p:nvSpPr>
        <p:spPr>
          <a:xfrm xmlns:a="http://schemas.openxmlformats.org/drawingml/2006/main">
            <a:off x="742950" y="5753100"/>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a:solidFill>
                  <a:srgbClr val="CFD7E6"/>
                </a:solidFill>
                <a:latin typeface="Segoe UI"/>
                <a:ea typeface="Segoe UI"/>
                <a:cs typeface="Segoe UI"/>
              </a:defRPr>
            </a:defPPr>
            <a:lvl1pPr algn="l">
              <a:defRPr sz="1275">
                <a:solidFill>
                  <a:srgbClr val="CFD7E6"/>
                </a:solidFill>
                <a:latin typeface="Segoe UI"/>
                <a:ea typeface="Segoe UI"/>
                <a:cs typeface="Segoe UI"/>
              </a:defRPr>
            </a:lvl1pPr>
            <a:lvl2pPr algn="l">
              <a:defRPr sz="1275">
                <a:solidFill>
                  <a:srgbClr val="CFD7E6"/>
                </a:solidFill>
                <a:latin typeface="Segoe UI"/>
                <a:ea typeface="Segoe UI"/>
                <a:cs typeface="Segoe UI"/>
              </a:defRPr>
            </a:lvl2pPr>
            <a:lvl3pPr algn="l">
              <a:defRPr sz="1275">
                <a:solidFill>
                  <a:srgbClr val="CFD7E6"/>
                </a:solidFill>
                <a:latin typeface="Segoe UI"/>
                <a:ea typeface="Segoe UI"/>
                <a:cs typeface="Segoe UI"/>
              </a:defRPr>
            </a:lvl3pPr>
            <a:lvl4pPr algn="l">
              <a:defRPr sz="1275">
                <a:solidFill>
                  <a:srgbClr val="CFD7E6"/>
                </a:solidFill>
                <a:latin typeface="Segoe UI"/>
                <a:ea typeface="Segoe UI"/>
                <a:cs typeface="Segoe UI"/>
              </a:defRPr>
            </a:lvl4pPr>
            <a:lvl5pPr algn="l">
              <a:defRPr sz="1275">
                <a:solidFill>
                  <a:srgbClr val="CFD7E6"/>
                </a:solidFill>
                <a:latin typeface="Segoe UI"/>
                <a:ea typeface="Segoe UI"/>
                <a:cs typeface="Segoe UI"/>
              </a:defRPr>
            </a:lvl5pPr>
            <a:lvl6pPr algn="l">
              <a:defRPr sz="1275">
                <a:solidFill>
                  <a:srgbClr val="CFD7E6"/>
                </a:solidFill>
                <a:latin typeface="Segoe UI"/>
                <a:ea typeface="Segoe UI"/>
                <a:cs typeface="Segoe UI"/>
              </a:defRPr>
            </a:lvl6pPr>
            <a:lvl7pPr algn="l">
              <a:defRPr sz="1275">
                <a:solidFill>
                  <a:srgbClr val="CFD7E6"/>
                </a:solidFill>
                <a:latin typeface="Segoe UI"/>
                <a:ea typeface="Segoe UI"/>
                <a:cs typeface="Segoe UI"/>
              </a:defRPr>
            </a:lvl7pPr>
            <a:lvl8pPr algn="l">
              <a:defRPr sz="1275">
                <a:solidFill>
                  <a:srgbClr val="CFD7E6"/>
                </a:solidFill>
                <a:latin typeface="Segoe UI"/>
                <a:ea typeface="Segoe UI"/>
                <a:cs typeface="Segoe UI"/>
              </a:defRPr>
            </a:lvl8pPr>
            <a:lvl9pPr algn="l">
              <a:defRPr sz="1275">
                <a:solidFill>
                  <a:srgbClr val="CFD7E6"/>
                </a:solidFill>
                <a:latin typeface="Segoe UI"/>
                <a:ea typeface="Segoe UI"/>
                <a:cs typeface="Segoe UI"/>
              </a:defRPr>
            </a:lvl9pPr>
          </a:lstStyle>
          <a:p xmlns:a="http://schemas.openxmlformats.org/drawingml/2006/main">
            <a:pPr algn="l">
              <a:defRPr sz="1275">
                <a:solidFill>
                  <a:srgbClr val="CFD7E6"/>
                </a:solidFill>
                <a:latin typeface="Segoe UI"/>
                <a:ea typeface="Segoe UI"/>
                <a:cs typeface="Segoe UI"/>
              </a:defRPr>
            </a:pPr>
            <a:r>
              <a:rPr sz="1275">
                <a:solidFill>
                  <a:srgbClr val="CFD7E6"/>
                </a:solidFill>
                <a:latin typeface="Segoe UI"/>
                <a:ea typeface="Segoe UI"/>
                <a:cs typeface="Segoe UI"/>
              </a:rPr>
              <a:t>Session-aware navigation  ·  accessible reading  ·  text and optional voice  ·  server-side API proxies to FastAPI</a:t>
            </a:r>
          </a:p>
        </p:txBody>
      </p:sp>
    </p:spTree>
    <p:extLst>
      <p:ext uri="{BB962C8B-B14F-4D97-AF65-F5344CB8AC3E}">
        <p14:creationId xmlns:p14="http://schemas.microsoft.com/office/powerpoint/2010/main" val="598237612"/>
      </p:ext>
    </p:extLst>
  </p:cSld>
</p:sld>
</file>

<file path=ppt/slides/slide8.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sp>
        <p:nvSpPr>
          <p:cNvPr id="23" name="eyebrow-08  /  ROUTER &amp; STATE DETAIL">
            <a:extLst xmlns:a="http://schemas.openxmlformats.org/drawingml/2006/main">
              <a:ext uri="{FF2B5EF4-FFF2-40B4-BE49-F238E27FC236}">
                <a16:creationId xmlns:a16="http://schemas.microsoft.com/office/drawing/2014/main" id="{290536C8-9281-4EE4-A71E-FDCFF1539DA9}"/>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08  /  ROUTER &amp; STATE DETAIL</a:t>
            </a:r>
          </a:p>
        </p:txBody>
      </p:sp>
      <p:sp>
        <p:nvSpPr>
          <p:cNvPr id="2" name="title-08  /  ROUTER &amp; STATE DETAIL">
            <a:extLst xmlns:a="http://schemas.openxmlformats.org/drawingml/2006/main">
              <a:ext uri="{FF2B5EF4-FFF2-40B4-BE49-F238E27FC236}">
                <a16:creationId xmlns:a16="http://schemas.microsoft.com/office/drawing/2014/main" id="{7A303F4C-ADD4-4429-8C9F-111FA49D2EC2}"/>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Router and state: the exact decision contract</a:t>
            </a:r>
          </a:p>
        </p:txBody>
      </p:sp>
      <p:sp>
        <p:nvSpPr>
          <p:cNvPr id="3" name="subtitle-08  /  ROUTER &amp; STATE DETAIL">
            <a:extLst xmlns:a="http://schemas.openxmlformats.org/drawingml/2006/main">
              <a:ext uri="{FF2B5EF4-FFF2-40B4-BE49-F238E27FC236}">
                <a16:creationId xmlns:a16="http://schemas.microsoft.com/office/drawing/2014/main" id="{1D97CB09-7E89-4EB3-93AD-1D454F149049}"/>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graph starts with one shared KODMODState; precedence rules decide whether the turn is an answer, a new request, or a continuation.</a:t>
            </a:r>
          </a:p>
        </p:txBody>
      </p:sp>
      <p:sp>
        <p:nvSpPr>
          <p:cNvPr id="4" name="router-state-langgraph-logo-tile">
            <a:extLst xmlns:a="http://schemas.openxmlformats.org/drawingml/2006/main">
              <a:ext uri="{FF2B5EF4-FFF2-40B4-BE49-F238E27FC236}">
                <a16:creationId xmlns:a16="http://schemas.microsoft.com/office/drawing/2014/main" id="{CEAB690F-726C-4EA6-9B1E-D3708183B7F2}"/>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E6005D4D-39A0-4039-82FA-5C1801F3E75A}"/>
              </a:ext>
            </a:extLst>
          </p:cNvPr>
          <p:cNvPicPr>
            <a:picLocks xmlns:a="http://schemas.openxmlformats.org/drawingml/2006/main" noChangeAspect="1"/>
          </p:cNvPicPr>
          <p:nvPr/>
        </p:nvPicPr>
        <p:blipFill>
          <a:blip xmlns:r="http://schemas.openxmlformats.org/officeDocument/2006/relationships" xmlns:a="http://schemas.openxmlformats.org/drawingml/2006/main" r:embed="R345351d4fd5d42a8">
            <a:extLst>
              <a:ext uri="{96DAC541-7B7A-43D3-8B79-37D633B846F1}">
                <asvg:svgBlip xmlns:asvg="http://schemas.microsoft.com/office/drawing/2016/SVG/main" r:embed="R7ba8013a958e41f6"/>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router-entry-contract">
            <a:extLst xmlns:a="http://schemas.openxmlformats.org/drawingml/2006/main">
              <a:ext uri="{FF2B5EF4-FFF2-40B4-BE49-F238E27FC236}">
                <a16:creationId xmlns:a16="http://schemas.microsoft.com/office/drawing/2014/main" id="{FE65F8FF-C295-4281-B0D9-615FA581C12A}"/>
              </a:ext>
            </a:extLst>
          </p:cNvPr>
          <p:cNvSpPr>
            <a:spLocks xmlns:a="http://schemas.openxmlformats.org/drawingml/2006/main" noGrp="1"/>
          </p:cNvSpPr>
          <p:nvPr/>
        </p:nvSpPr>
        <p:spPr>
          <a:xfrm xmlns:a="http://schemas.openxmlformats.org/drawingml/2006/main">
            <a:off x="514350" y="1562100"/>
            <a:ext cx="3581400" cy="2133600"/>
          </a:xfrm>
          <a:prstGeom xmlns:a="http://schemas.openxmlformats.org/drawingml/2006/main" prst="roundRect">
            <a:avLst>
              <a:gd name="adj" fmla="val 5357"/>
            </a:avLst>
          </a:prstGeom>
          <a:solidFill xmlns:a="http://schemas.openxmlformats.org/drawingml/2006/main">
            <a:srgbClr val="172238"/>
          </a:solidFill>
          <a:ln xmlns:a="http://schemas.openxmlformats.org/drawingml/2006/main" w="13335">
            <a:solidFill>
              <a:srgbClr val="37C9C4"/>
            </a:solidFill>
            <a:prstDash val="solid"/>
          </a:ln>
        </p:spPr>
      </p:sp>
      <p:sp>
        <p:nvSpPr>
          <p:cNvPr id="7" name="router-entry-title">
            <a:extLst xmlns:a="http://schemas.openxmlformats.org/drawingml/2006/main">
              <a:ext uri="{FF2B5EF4-FFF2-40B4-BE49-F238E27FC236}">
                <a16:creationId xmlns:a16="http://schemas.microsoft.com/office/drawing/2014/main" id="{6830E888-A768-4954-9269-D751CA30B277}"/>
              </a:ext>
            </a:extLst>
          </p:cNvPr>
          <p:cNvSpPr>
            <a:spLocks xmlns:a="http://schemas.openxmlformats.org/drawingml/2006/main" noGrp="1"/>
          </p:cNvSpPr>
          <p:nvPr/>
        </p:nvSpPr>
        <p:spPr>
          <a:xfrm xmlns:a="http://schemas.openxmlformats.org/drawingml/2006/main">
            <a:off x="70485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37C9C4"/>
                </a:solidFill>
                <a:latin typeface="Segoe UI"/>
                <a:ea typeface="Segoe UI"/>
                <a:cs typeface="Segoe UI"/>
              </a:defRPr>
            </a:defPPr>
            <a:lvl1pPr algn="l">
              <a:defRPr sz="1425" b="1">
                <a:solidFill>
                  <a:srgbClr val="37C9C4"/>
                </a:solidFill>
                <a:latin typeface="Segoe UI"/>
                <a:ea typeface="Segoe UI"/>
                <a:cs typeface="Segoe UI"/>
              </a:defRPr>
            </a:lvl1pPr>
            <a:lvl2pPr algn="l">
              <a:defRPr sz="1425" b="1">
                <a:solidFill>
                  <a:srgbClr val="37C9C4"/>
                </a:solidFill>
                <a:latin typeface="Segoe UI"/>
                <a:ea typeface="Segoe UI"/>
                <a:cs typeface="Segoe UI"/>
              </a:defRPr>
            </a:lvl2pPr>
            <a:lvl3pPr algn="l">
              <a:defRPr sz="1425" b="1">
                <a:solidFill>
                  <a:srgbClr val="37C9C4"/>
                </a:solidFill>
                <a:latin typeface="Segoe UI"/>
                <a:ea typeface="Segoe UI"/>
                <a:cs typeface="Segoe UI"/>
              </a:defRPr>
            </a:lvl3pPr>
            <a:lvl4pPr algn="l">
              <a:defRPr sz="1425" b="1">
                <a:solidFill>
                  <a:srgbClr val="37C9C4"/>
                </a:solidFill>
                <a:latin typeface="Segoe UI"/>
                <a:ea typeface="Segoe UI"/>
                <a:cs typeface="Segoe UI"/>
              </a:defRPr>
            </a:lvl4pPr>
            <a:lvl5pPr algn="l">
              <a:defRPr sz="1425" b="1">
                <a:solidFill>
                  <a:srgbClr val="37C9C4"/>
                </a:solidFill>
                <a:latin typeface="Segoe UI"/>
                <a:ea typeface="Segoe UI"/>
                <a:cs typeface="Segoe UI"/>
              </a:defRPr>
            </a:lvl5pPr>
            <a:lvl6pPr algn="l">
              <a:defRPr sz="1425" b="1">
                <a:solidFill>
                  <a:srgbClr val="37C9C4"/>
                </a:solidFill>
                <a:latin typeface="Segoe UI"/>
                <a:ea typeface="Segoe UI"/>
                <a:cs typeface="Segoe UI"/>
              </a:defRPr>
            </a:lvl6pPr>
            <a:lvl7pPr algn="l">
              <a:defRPr sz="1425" b="1">
                <a:solidFill>
                  <a:srgbClr val="37C9C4"/>
                </a:solidFill>
                <a:latin typeface="Segoe UI"/>
                <a:ea typeface="Segoe UI"/>
                <a:cs typeface="Segoe UI"/>
              </a:defRPr>
            </a:lvl7pPr>
            <a:lvl8pPr algn="l">
              <a:defRPr sz="1425" b="1">
                <a:solidFill>
                  <a:srgbClr val="37C9C4"/>
                </a:solidFill>
                <a:latin typeface="Segoe UI"/>
                <a:ea typeface="Segoe UI"/>
                <a:cs typeface="Segoe UI"/>
              </a:defRPr>
            </a:lvl8pPr>
            <a:lvl9pPr algn="l">
              <a:defRPr sz="1425" b="1">
                <a:solidFill>
                  <a:srgbClr val="37C9C4"/>
                </a:solidFill>
                <a:latin typeface="Segoe UI"/>
                <a:ea typeface="Segoe UI"/>
                <a:cs typeface="Segoe UI"/>
              </a:defRPr>
            </a:lvl9pPr>
          </a:lstStyle>
          <a:p xmlns:a="http://schemas.openxmlformats.org/drawingml/2006/main">
            <a:pPr algn="l">
              <a:defRPr sz="1425" b="1">
                <a:solidFill>
                  <a:srgbClr val="37C9C4"/>
                </a:solidFill>
                <a:latin typeface="Segoe UI"/>
                <a:ea typeface="Segoe UI"/>
                <a:cs typeface="Segoe UI"/>
              </a:defRPr>
            </a:pPr>
            <a:r>
              <a:rPr sz="1425" b="1">
                <a:solidFill>
                  <a:srgbClr val="37C9C4"/>
                </a:solidFill>
                <a:latin typeface="Segoe UI"/>
                <a:ea typeface="Segoe UI"/>
                <a:cs typeface="Segoe UI"/>
              </a:rPr>
              <a:t>01  Entry payload</a:t>
            </a:r>
          </a:p>
        </p:txBody>
      </p:sp>
      <p:sp>
        <p:nvSpPr>
          <p:cNvPr id="8" name="router-entry-body">
            <a:extLst xmlns:a="http://schemas.openxmlformats.org/drawingml/2006/main">
              <a:ext uri="{FF2B5EF4-FFF2-40B4-BE49-F238E27FC236}">
                <a16:creationId xmlns:a16="http://schemas.microsoft.com/office/drawing/2014/main" id="{7C21AC83-5C2A-4F4F-8948-879FC899DC38}"/>
              </a:ext>
            </a:extLst>
          </p:cNvPr>
          <p:cNvSpPr>
            <a:spLocks xmlns:a="http://schemas.openxmlformats.org/drawingml/2006/main" noGrp="1"/>
          </p:cNvSpPr>
          <p:nvPr/>
        </p:nvSpPr>
        <p:spPr>
          <a:xfrm xmlns:a="http://schemas.openxmlformats.org/drawingml/2006/main">
            <a:off x="704850" y="2047875"/>
            <a:ext cx="32004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8">
                <a:solidFill>
                  <a:srgbClr val="CFD7E6"/>
                </a:solidFill>
                <a:latin typeface="Segoe UI"/>
                <a:ea typeface="Segoe UI"/>
                <a:cs typeface="Segoe UI"/>
              </a:defRPr>
            </a:defPPr>
            <a:lvl1pPr algn="l">
              <a:defRPr sz="1028">
                <a:solidFill>
                  <a:srgbClr val="CFD7E6"/>
                </a:solidFill>
                <a:latin typeface="Segoe UI"/>
                <a:ea typeface="Segoe UI"/>
                <a:cs typeface="Segoe UI"/>
              </a:defRPr>
            </a:lvl1pPr>
            <a:lvl2pPr algn="l">
              <a:defRPr sz="1028">
                <a:solidFill>
                  <a:srgbClr val="CFD7E6"/>
                </a:solidFill>
                <a:latin typeface="Segoe UI"/>
                <a:ea typeface="Segoe UI"/>
                <a:cs typeface="Segoe UI"/>
              </a:defRPr>
            </a:lvl2pPr>
            <a:lvl3pPr algn="l">
              <a:defRPr sz="1028">
                <a:solidFill>
                  <a:srgbClr val="CFD7E6"/>
                </a:solidFill>
                <a:latin typeface="Segoe UI"/>
                <a:ea typeface="Segoe UI"/>
                <a:cs typeface="Segoe UI"/>
              </a:defRPr>
            </a:lvl3pPr>
            <a:lvl4pPr algn="l">
              <a:defRPr sz="1028">
                <a:solidFill>
                  <a:srgbClr val="CFD7E6"/>
                </a:solidFill>
                <a:latin typeface="Segoe UI"/>
                <a:ea typeface="Segoe UI"/>
                <a:cs typeface="Segoe UI"/>
              </a:defRPr>
            </a:lvl4pPr>
            <a:lvl5pPr algn="l">
              <a:defRPr sz="1028">
                <a:solidFill>
                  <a:srgbClr val="CFD7E6"/>
                </a:solidFill>
                <a:latin typeface="Segoe UI"/>
                <a:ea typeface="Segoe UI"/>
                <a:cs typeface="Segoe UI"/>
              </a:defRPr>
            </a:lvl5pPr>
            <a:lvl6pPr algn="l">
              <a:defRPr sz="1028">
                <a:solidFill>
                  <a:srgbClr val="CFD7E6"/>
                </a:solidFill>
                <a:latin typeface="Segoe UI"/>
                <a:ea typeface="Segoe UI"/>
                <a:cs typeface="Segoe UI"/>
              </a:defRPr>
            </a:lvl6pPr>
            <a:lvl7pPr algn="l">
              <a:defRPr sz="1028">
                <a:solidFill>
                  <a:srgbClr val="CFD7E6"/>
                </a:solidFill>
                <a:latin typeface="Segoe UI"/>
                <a:ea typeface="Segoe UI"/>
                <a:cs typeface="Segoe UI"/>
              </a:defRPr>
            </a:lvl7pPr>
            <a:lvl8pPr algn="l">
              <a:defRPr sz="1028">
                <a:solidFill>
                  <a:srgbClr val="CFD7E6"/>
                </a:solidFill>
                <a:latin typeface="Segoe UI"/>
                <a:ea typeface="Segoe UI"/>
                <a:cs typeface="Segoe UI"/>
              </a:defRPr>
            </a:lvl8pPr>
            <a:lvl9pPr algn="l">
              <a:defRPr sz="1028">
                <a:solidFill>
                  <a:srgbClr val="CFD7E6"/>
                </a:solidFill>
                <a:latin typeface="Segoe UI"/>
                <a:ea typeface="Segoe UI"/>
                <a:cs typeface="Segoe UI"/>
              </a:defRPr>
            </a:lvl9pPr>
          </a:lstStyle>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IDENTITY  session_id · student_id · request_id</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TURN  user_input or transcribed_text · detected_language</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CONTEXT  learning_profile · topic/concept · subject/class/material scope</a:t>
            </a:r>
          </a:p>
          <a:p xmlns:a="http://schemas.openxmlformats.org/drawingml/2006/main">
            <a:r>
              <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An empty utterance preserves a concrete preset intent; otherwise it stays unknown.</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Audio is transcribed before this graph entry.</a:t>
            </a:r>
          </a:p>
        </p:txBody>
      </p:sp>
      <p:sp>
        <p:nvSpPr>
          <p:cNvPr id="9" name="router-precedence-contract">
            <a:extLst xmlns:a="http://schemas.openxmlformats.org/drawingml/2006/main">
              <a:ext uri="{FF2B5EF4-FFF2-40B4-BE49-F238E27FC236}">
                <a16:creationId xmlns:a16="http://schemas.microsoft.com/office/drawing/2014/main" id="{EFC22AC1-34AE-49EF-94E0-CF629D6F125F}"/>
              </a:ext>
            </a:extLst>
          </p:cNvPr>
          <p:cNvSpPr>
            <a:spLocks xmlns:a="http://schemas.openxmlformats.org/drawingml/2006/main" noGrp="1"/>
          </p:cNvSpPr>
          <p:nvPr/>
        </p:nvSpPr>
        <p:spPr>
          <a:xfrm xmlns:a="http://schemas.openxmlformats.org/drawingml/2006/main">
            <a:off x="4305300" y="1562100"/>
            <a:ext cx="3581400" cy="2133600"/>
          </a:xfrm>
          <a:prstGeom xmlns:a="http://schemas.openxmlformats.org/drawingml/2006/main" prst="roundRect">
            <a:avLst>
              <a:gd name="adj" fmla="val 5357"/>
            </a:avLst>
          </a:prstGeom>
          <a:solidFill xmlns:a="http://schemas.openxmlformats.org/drawingml/2006/main">
            <a:srgbClr val="211D31"/>
          </a:solidFill>
          <a:ln xmlns:a="http://schemas.openxmlformats.org/drawingml/2006/main" w="13335">
            <a:solidFill>
              <a:srgbClr val="A38AFF"/>
            </a:solidFill>
            <a:prstDash val="solid"/>
          </a:ln>
        </p:spPr>
      </p:sp>
      <p:sp>
        <p:nvSpPr>
          <p:cNvPr id="10" name="router-precedence-title">
            <a:extLst xmlns:a="http://schemas.openxmlformats.org/drawingml/2006/main">
              <a:ext uri="{FF2B5EF4-FFF2-40B4-BE49-F238E27FC236}">
                <a16:creationId xmlns:a16="http://schemas.microsoft.com/office/drawing/2014/main" id="{A78DA506-559F-418E-9977-FF1901819242}"/>
              </a:ext>
            </a:extLst>
          </p:cNvPr>
          <p:cNvSpPr>
            <a:spLocks xmlns:a="http://schemas.openxmlformats.org/drawingml/2006/main" noGrp="1"/>
          </p:cNvSpPr>
          <p:nvPr/>
        </p:nvSpPr>
        <p:spPr>
          <a:xfrm xmlns:a="http://schemas.openxmlformats.org/drawingml/2006/main">
            <a:off x="449580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A38AFF"/>
                </a:solidFill>
                <a:latin typeface="Segoe UI"/>
                <a:ea typeface="Segoe UI"/>
                <a:cs typeface="Segoe UI"/>
              </a:defRPr>
            </a:defPPr>
            <a:lvl1pPr algn="l">
              <a:defRPr sz="1425" b="1">
                <a:solidFill>
                  <a:srgbClr val="A38AFF"/>
                </a:solidFill>
                <a:latin typeface="Segoe UI"/>
                <a:ea typeface="Segoe UI"/>
                <a:cs typeface="Segoe UI"/>
              </a:defRPr>
            </a:lvl1pPr>
            <a:lvl2pPr algn="l">
              <a:defRPr sz="1425" b="1">
                <a:solidFill>
                  <a:srgbClr val="A38AFF"/>
                </a:solidFill>
                <a:latin typeface="Segoe UI"/>
                <a:ea typeface="Segoe UI"/>
                <a:cs typeface="Segoe UI"/>
              </a:defRPr>
            </a:lvl2pPr>
            <a:lvl3pPr algn="l">
              <a:defRPr sz="1425" b="1">
                <a:solidFill>
                  <a:srgbClr val="A38AFF"/>
                </a:solidFill>
                <a:latin typeface="Segoe UI"/>
                <a:ea typeface="Segoe UI"/>
                <a:cs typeface="Segoe UI"/>
              </a:defRPr>
            </a:lvl3pPr>
            <a:lvl4pPr algn="l">
              <a:defRPr sz="1425" b="1">
                <a:solidFill>
                  <a:srgbClr val="A38AFF"/>
                </a:solidFill>
                <a:latin typeface="Segoe UI"/>
                <a:ea typeface="Segoe UI"/>
                <a:cs typeface="Segoe UI"/>
              </a:defRPr>
            </a:lvl4pPr>
            <a:lvl5pPr algn="l">
              <a:defRPr sz="1425" b="1">
                <a:solidFill>
                  <a:srgbClr val="A38AFF"/>
                </a:solidFill>
                <a:latin typeface="Segoe UI"/>
                <a:ea typeface="Segoe UI"/>
                <a:cs typeface="Segoe UI"/>
              </a:defRPr>
            </a:lvl5pPr>
            <a:lvl6pPr algn="l">
              <a:defRPr sz="1425" b="1">
                <a:solidFill>
                  <a:srgbClr val="A38AFF"/>
                </a:solidFill>
                <a:latin typeface="Segoe UI"/>
                <a:ea typeface="Segoe UI"/>
                <a:cs typeface="Segoe UI"/>
              </a:defRPr>
            </a:lvl6pPr>
            <a:lvl7pPr algn="l">
              <a:defRPr sz="1425" b="1">
                <a:solidFill>
                  <a:srgbClr val="A38AFF"/>
                </a:solidFill>
                <a:latin typeface="Segoe UI"/>
                <a:ea typeface="Segoe UI"/>
                <a:cs typeface="Segoe UI"/>
              </a:defRPr>
            </a:lvl7pPr>
            <a:lvl8pPr algn="l">
              <a:defRPr sz="1425" b="1">
                <a:solidFill>
                  <a:srgbClr val="A38AFF"/>
                </a:solidFill>
                <a:latin typeface="Segoe UI"/>
                <a:ea typeface="Segoe UI"/>
                <a:cs typeface="Segoe UI"/>
              </a:defRPr>
            </a:lvl8pPr>
            <a:lvl9pPr algn="l">
              <a:defRPr sz="1425" b="1">
                <a:solidFill>
                  <a:srgbClr val="A38AFF"/>
                </a:solidFill>
                <a:latin typeface="Segoe UI"/>
                <a:ea typeface="Segoe UI"/>
                <a:cs typeface="Segoe UI"/>
              </a:defRPr>
            </a:lvl9pPr>
          </a:lstStyle>
          <a:p xmlns:a="http://schemas.openxmlformats.org/drawingml/2006/main">
            <a:pPr algn="l">
              <a:defRPr sz="1425" b="1">
                <a:solidFill>
                  <a:srgbClr val="A38AFF"/>
                </a:solidFill>
                <a:latin typeface="Segoe UI"/>
                <a:ea typeface="Segoe UI"/>
                <a:cs typeface="Segoe UI"/>
              </a:defRPr>
            </a:pPr>
            <a:r>
              <a:rPr sz="1425" b="1">
                <a:solidFill>
                  <a:srgbClr val="A38AFF"/>
                </a:solidFill>
                <a:latin typeface="Segoe UI"/>
                <a:ea typeface="Segoe UI"/>
                <a:cs typeface="Segoe UI"/>
              </a:rPr>
              <a:t>02  Quiz precedence</a:t>
            </a:r>
          </a:p>
        </p:txBody>
      </p:sp>
      <p:sp>
        <p:nvSpPr>
          <p:cNvPr id="11" name="router-precedence-body">
            <a:extLst xmlns:a="http://schemas.openxmlformats.org/drawingml/2006/main">
              <a:ext uri="{FF2B5EF4-FFF2-40B4-BE49-F238E27FC236}">
                <a16:creationId xmlns:a16="http://schemas.microsoft.com/office/drawing/2014/main" id="{DD71EA20-0549-4F55-9505-C9106152B49B}"/>
              </a:ext>
            </a:extLst>
          </p:cNvPr>
          <p:cNvSpPr>
            <a:spLocks xmlns:a="http://schemas.openxmlformats.org/drawingml/2006/main" noGrp="1"/>
          </p:cNvSpPr>
          <p:nvPr/>
        </p:nvSpPr>
        <p:spPr>
          <a:xfrm xmlns:a="http://schemas.openxmlformats.org/drawingml/2006/main">
            <a:off x="4495800" y="2047875"/>
            <a:ext cx="32004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8">
                <a:solidFill>
                  <a:srgbClr val="CFD7E6"/>
                </a:solidFill>
                <a:latin typeface="Segoe UI"/>
                <a:ea typeface="Segoe UI"/>
                <a:cs typeface="Segoe UI"/>
              </a:defRPr>
            </a:defPPr>
            <a:lvl1pPr algn="l">
              <a:defRPr sz="968">
                <a:solidFill>
                  <a:srgbClr val="CFD7E6"/>
                </a:solidFill>
                <a:latin typeface="Segoe UI"/>
                <a:ea typeface="Segoe UI"/>
                <a:cs typeface="Segoe UI"/>
              </a:defRPr>
            </a:lvl1pPr>
            <a:lvl2pPr algn="l">
              <a:defRPr sz="968">
                <a:solidFill>
                  <a:srgbClr val="CFD7E6"/>
                </a:solidFill>
                <a:latin typeface="Segoe UI"/>
                <a:ea typeface="Segoe UI"/>
                <a:cs typeface="Segoe UI"/>
              </a:defRPr>
            </a:lvl2pPr>
            <a:lvl3pPr algn="l">
              <a:defRPr sz="968">
                <a:solidFill>
                  <a:srgbClr val="CFD7E6"/>
                </a:solidFill>
                <a:latin typeface="Segoe UI"/>
                <a:ea typeface="Segoe UI"/>
                <a:cs typeface="Segoe UI"/>
              </a:defRPr>
            </a:lvl3pPr>
            <a:lvl4pPr algn="l">
              <a:defRPr sz="968">
                <a:solidFill>
                  <a:srgbClr val="CFD7E6"/>
                </a:solidFill>
                <a:latin typeface="Segoe UI"/>
                <a:ea typeface="Segoe UI"/>
                <a:cs typeface="Segoe UI"/>
              </a:defRPr>
            </a:lvl4pPr>
            <a:lvl5pPr algn="l">
              <a:defRPr sz="968">
                <a:solidFill>
                  <a:srgbClr val="CFD7E6"/>
                </a:solidFill>
                <a:latin typeface="Segoe UI"/>
                <a:ea typeface="Segoe UI"/>
                <a:cs typeface="Segoe UI"/>
              </a:defRPr>
            </a:lvl5pPr>
            <a:lvl6pPr algn="l">
              <a:defRPr sz="968">
                <a:solidFill>
                  <a:srgbClr val="CFD7E6"/>
                </a:solidFill>
                <a:latin typeface="Segoe UI"/>
                <a:ea typeface="Segoe UI"/>
                <a:cs typeface="Segoe UI"/>
              </a:defRPr>
            </a:lvl6pPr>
            <a:lvl7pPr algn="l">
              <a:defRPr sz="968">
                <a:solidFill>
                  <a:srgbClr val="CFD7E6"/>
                </a:solidFill>
                <a:latin typeface="Segoe UI"/>
                <a:ea typeface="Segoe UI"/>
                <a:cs typeface="Segoe UI"/>
              </a:defRPr>
            </a:lvl7pPr>
            <a:lvl8pPr algn="l">
              <a:defRPr sz="968">
                <a:solidFill>
                  <a:srgbClr val="CFD7E6"/>
                </a:solidFill>
                <a:latin typeface="Segoe UI"/>
                <a:ea typeface="Segoe UI"/>
                <a:cs typeface="Segoe UI"/>
              </a:defRPr>
            </a:lvl8pPr>
            <a:lvl9pPr algn="l">
              <a:defRPr sz="968">
                <a:solidFill>
                  <a:srgbClr val="CFD7E6"/>
                </a:solidFill>
                <a:latin typeface="Segoe UI"/>
                <a:ea typeface="Segoe UI"/>
                <a:cs typeface="Segoe UI"/>
              </a:defRPr>
            </a:lvl9pPr>
          </a:lstStyle>
          <a:p xmlns:a="http://schemas.openxmlformats.org/drawingml/2006/main">
            <a:pPr algn="l">
              <a:defRPr sz="968">
                <a:solidFill>
                  <a:srgbClr val="CFD7E6"/>
                </a:solidFill>
                <a:latin typeface="Segoe UI"/>
                <a:ea typeface="Segoe UI"/>
                <a:cs typeface="Segoe UI"/>
              </a:defRPr>
            </a:pPr>
            <a:r>
              <a:rPr sz="968">
                <a:solidFill>
                  <a:srgbClr val="CFD7E6"/>
                </a:solidFill>
                <a:latin typeface="Segoe UI"/>
                <a:ea typeface="Segoe UI"/>
                <a:cs typeface="Segoe UI"/>
              </a:rPr>
              <a:t>1. assessment_managed + student_answer → quiz, confidence 1.0.</a:t>
            </a:r>
          </a:p>
          <a:p xmlns:a="http://schemas.openxmlformats.org/drawingml/2006/main">
            <a:r>
              <a:t/>
            </a:r>
          </a:p>
          <a:p xmlns:a="http://schemas.openxmlformats.org/drawingml/2006/main">
            <a:pPr algn="l">
              <a:defRPr sz="968">
                <a:solidFill>
                  <a:srgbClr val="CFD7E6"/>
                </a:solidFill>
                <a:latin typeface="Segoe UI"/>
                <a:ea typeface="Segoe UI"/>
                <a:cs typeface="Segoe UI"/>
              </a:defRPr>
            </a:pPr>
            <a:r>
              <a:rPr sz="968">
                <a:solidFill>
                  <a:srgbClr val="CFD7E6"/>
                </a:solidFill>
                <a:latin typeface="Segoe UI"/>
                <a:ea typeface="Segoe UI"/>
                <a:cs typeface="Segoe UI"/>
              </a:rPr>
              <a:t>2. If a fresh turn lacks quiz questions, rehydrate the active session from Redis.</a:t>
            </a:r>
          </a:p>
          <a:p xmlns:a="http://schemas.openxmlformats.org/drawingml/2006/main">
            <a:r>
              <a:t/>
            </a:r>
          </a:p>
          <a:p xmlns:a="http://schemas.openxmlformats.org/drawingml/2006/main">
            <a:pPr algn="l">
              <a:defRPr sz="968">
                <a:solidFill>
                  <a:srgbClr val="CFD7E6"/>
                </a:solidFill>
                <a:latin typeface="Segoe UI"/>
                <a:ea typeface="Segoe UI"/>
                <a:cs typeface="Segoe UI"/>
              </a:defRPr>
            </a:pPr>
            <a:r>
              <a:rPr sz="968">
                <a:solidFill>
                  <a:srgbClr val="CFD7E6"/>
                </a:solidFill>
                <a:latin typeface="Segoe UI"/>
                <a:ea typeface="Segoe UI"/>
                <a:cs typeface="Segoe UI"/>
              </a:rPr>
              <a:t>3. Active quiz + normal utterance → quiz, confidence 0.95; copy text to student_answer and restore the current item.</a:t>
            </a:r>
          </a:p>
          <a:p xmlns:a="http://schemas.openxmlformats.org/drawingml/2006/main">
            <a:r>
              <a:t/>
            </a:r>
          </a:p>
          <a:p xmlns:a="http://schemas.openxmlformats.org/drawingml/2006/main">
            <a:pPr algn="l">
              <a:defRPr sz="968">
                <a:solidFill>
                  <a:srgbClr val="CFD7E6"/>
                </a:solidFill>
                <a:latin typeface="Segoe UI"/>
                <a:ea typeface="Segoe UI"/>
                <a:cs typeface="Segoe UI"/>
              </a:defRPr>
            </a:pPr>
            <a:r>
              <a:rPr sz="968">
                <a:solidFill>
                  <a:srgbClr val="CFD7E6"/>
                </a:solidFill>
                <a:latin typeface="Segoe UI"/>
                <a:ea typeface="Segoe UI"/>
                <a:cs typeface="Segoe UI"/>
              </a:rPr>
              <a:t>Completed quiz state is cleared before a new request.</a:t>
            </a:r>
          </a:p>
        </p:txBody>
      </p:sp>
      <p:sp>
        <p:nvSpPr>
          <p:cNvPr id="12" name="router-classifier-contract">
            <a:extLst xmlns:a="http://schemas.openxmlformats.org/drawingml/2006/main">
              <a:ext uri="{FF2B5EF4-FFF2-40B4-BE49-F238E27FC236}">
                <a16:creationId xmlns:a16="http://schemas.microsoft.com/office/drawing/2014/main" id="{35199ABA-6408-4211-B966-E4FB9C583F51}"/>
              </a:ext>
            </a:extLst>
          </p:cNvPr>
          <p:cNvSpPr>
            <a:spLocks xmlns:a="http://schemas.openxmlformats.org/drawingml/2006/main" noGrp="1"/>
          </p:cNvSpPr>
          <p:nvPr/>
        </p:nvSpPr>
        <p:spPr>
          <a:xfrm xmlns:a="http://schemas.openxmlformats.org/drawingml/2006/main">
            <a:off x="8096250" y="1562100"/>
            <a:ext cx="3581400" cy="2133600"/>
          </a:xfrm>
          <a:prstGeom xmlns:a="http://schemas.openxmlformats.org/drawingml/2006/main" prst="roundRect">
            <a:avLst>
              <a:gd name="adj" fmla="val 5357"/>
            </a:avLst>
          </a:prstGeom>
          <a:solidFill xmlns:a="http://schemas.openxmlformats.org/drawingml/2006/main">
            <a:srgbClr val="172238"/>
          </a:solidFill>
          <a:ln xmlns:a="http://schemas.openxmlformats.org/drawingml/2006/main" w="13335">
            <a:solidFill>
              <a:srgbClr val="6877FF"/>
            </a:solidFill>
            <a:prstDash val="solid"/>
          </a:ln>
        </p:spPr>
      </p:sp>
      <p:sp>
        <p:nvSpPr>
          <p:cNvPr id="13" name="router-classifier-title">
            <a:extLst xmlns:a="http://schemas.openxmlformats.org/drawingml/2006/main">
              <a:ext uri="{FF2B5EF4-FFF2-40B4-BE49-F238E27FC236}">
                <a16:creationId xmlns:a16="http://schemas.microsoft.com/office/drawing/2014/main" id="{07F5256A-AC3D-4A3C-A4A2-F5A6BC8D5E1D}"/>
              </a:ext>
            </a:extLst>
          </p:cNvPr>
          <p:cNvSpPr>
            <a:spLocks xmlns:a="http://schemas.openxmlformats.org/drawingml/2006/main" noGrp="1"/>
          </p:cNvSpPr>
          <p:nvPr/>
        </p:nvSpPr>
        <p:spPr>
          <a:xfrm xmlns:a="http://schemas.openxmlformats.org/drawingml/2006/main">
            <a:off x="828675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6877FF"/>
                </a:solidFill>
                <a:latin typeface="Segoe UI"/>
                <a:ea typeface="Segoe UI"/>
                <a:cs typeface="Segoe UI"/>
              </a:defRPr>
            </a:defPPr>
            <a:lvl1pPr algn="l">
              <a:defRPr sz="1425" b="1">
                <a:solidFill>
                  <a:srgbClr val="6877FF"/>
                </a:solidFill>
                <a:latin typeface="Segoe UI"/>
                <a:ea typeface="Segoe UI"/>
                <a:cs typeface="Segoe UI"/>
              </a:defRPr>
            </a:lvl1pPr>
            <a:lvl2pPr algn="l">
              <a:defRPr sz="1425" b="1">
                <a:solidFill>
                  <a:srgbClr val="6877FF"/>
                </a:solidFill>
                <a:latin typeface="Segoe UI"/>
                <a:ea typeface="Segoe UI"/>
                <a:cs typeface="Segoe UI"/>
              </a:defRPr>
            </a:lvl2pPr>
            <a:lvl3pPr algn="l">
              <a:defRPr sz="1425" b="1">
                <a:solidFill>
                  <a:srgbClr val="6877FF"/>
                </a:solidFill>
                <a:latin typeface="Segoe UI"/>
                <a:ea typeface="Segoe UI"/>
                <a:cs typeface="Segoe UI"/>
              </a:defRPr>
            </a:lvl3pPr>
            <a:lvl4pPr algn="l">
              <a:defRPr sz="1425" b="1">
                <a:solidFill>
                  <a:srgbClr val="6877FF"/>
                </a:solidFill>
                <a:latin typeface="Segoe UI"/>
                <a:ea typeface="Segoe UI"/>
                <a:cs typeface="Segoe UI"/>
              </a:defRPr>
            </a:lvl4pPr>
            <a:lvl5pPr algn="l">
              <a:defRPr sz="1425" b="1">
                <a:solidFill>
                  <a:srgbClr val="6877FF"/>
                </a:solidFill>
                <a:latin typeface="Segoe UI"/>
                <a:ea typeface="Segoe UI"/>
                <a:cs typeface="Segoe UI"/>
              </a:defRPr>
            </a:lvl5pPr>
            <a:lvl6pPr algn="l">
              <a:defRPr sz="1425" b="1">
                <a:solidFill>
                  <a:srgbClr val="6877FF"/>
                </a:solidFill>
                <a:latin typeface="Segoe UI"/>
                <a:ea typeface="Segoe UI"/>
                <a:cs typeface="Segoe UI"/>
              </a:defRPr>
            </a:lvl6pPr>
            <a:lvl7pPr algn="l">
              <a:defRPr sz="1425" b="1">
                <a:solidFill>
                  <a:srgbClr val="6877FF"/>
                </a:solidFill>
                <a:latin typeface="Segoe UI"/>
                <a:ea typeface="Segoe UI"/>
                <a:cs typeface="Segoe UI"/>
              </a:defRPr>
            </a:lvl7pPr>
            <a:lvl8pPr algn="l">
              <a:defRPr sz="1425" b="1">
                <a:solidFill>
                  <a:srgbClr val="6877FF"/>
                </a:solidFill>
                <a:latin typeface="Segoe UI"/>
                <a:ea typeface="Segoe UI"/>
                <a:cs typeface="Segoe UI"/>
              </a:defRPr>
            </a:lvl8pPr>
            <a:lvl9pPr algn="l">
              <a:defRPr sz="1425" b="1">
                <a:solidFill>
                  <a:srgbClr val="6877FF"/>
                </a:solidFill>
                <a:latin typeface="Segoe UI"/>
                <a:ea typeface="Segoe UI"/>
                <a:cs typeface="Segoe UI"/>
              </a:defRPr>
            </a:lvl9pPr>
          </a:lstStyle>
          <a:p xmlns:a="http://schemas.openxmlformats.org/drawingml/2006/main">
            <a:pPr algn="l">
              <a:defRPr sz="1425" b="1">
                <a:solidFill>
                  <a:srgbClr val="6877FF"/>
                </a:solidFill>
                <a:latin typeface="Segoe UI"/>
                <a:ea typeface="Segoe UI"/>
                <a:cs typeface="Segoe UI"/>
              </a:defRPr>
            </a:pPr>
            <a:r>
              <a:rPr sz="1425" b="1">
                <a:solidFill>
                  <a:srgbClr val="6877FF"/>
                </a:solidFill>
                <a:latin typeface="Segoe UI"/>
                <a:ea typeface="Segoe UI"/>
                <a:cs typeface="Segoe UI"/>
              </a:rPr>
              <a:t>03  Intent classification</a:t>
            </a:r>
          </a:p>
        </p:txBody>
      </p:sp>
      <p:sp>
        <p:nvSpPr>
          <p:cNvPr id="14" name="router-classifier-body">
            <a:extLst xmlns:a="http://schemas.openxmlformats.org/drawingml/2006/main">
              <a:ext uri="{FF2B5EF4-FFF2-40B4-BE49-F238E27FC236}">
                <a16:creationId xmlns:a16="http://schemas.microsoft.com/office/drawing/2014/main" id="{D7968425-B456-40A1-9DDA-27053B9E206C}"/>
              </a:ext>
            </a:extLst>
          </p:cNvPr>
          <p:cNvSpPr>
            <a:spLocks xmlns:a="http://schemas.openxmlformats.org/drawingml/2006/main" noGrp="1"/>
          </p:cNvSpPr>
          <p:nvPr/>
        </p:nvSpPr>
        <p:spPr>
          <a:xfrm xmlns:a="http://schemas.openxmlformats.org/drawingml/2006/main">
            <a:off x="8286750" y="2047875"/>
            <a:ext cx="320040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28">
                <a:solidFill>
                  <a:srgbClr val="CFD7E6"/>
                </a:solidFill>
                <a:latin typeface="Segoe UI"/>
                <a:ea typeface="Segoe UI"/>
                <a:cs typeface="Segoe UI"/>
              </a:defRPr>
            </a:defPPr>
            <a:lvl1pPr algn="l">
              <a:defRPr sz="1028">
                <a:solidFill>
                  <a:srgbClr val="CFD7E6"/>
                </a:solidFill>
                <a:latin typeface="Segoe UI"/>
                <a:ea typeface="Segoe UI"/>
                <a:cs typeface="Segoe UI"/>
              </a:defRPr>
            </a:lvl1pPr>
            <a:lvl2pPr algn="l">
              <a:defRPr sz="1028">
                <a:solidFill>
                  <a:srgbClr val="CFD7E6"/>
                </a:solidFill>
                <a:latin typeface="Segoe UI"/>
                <a:ea typeface="Segoe UI"/>
                <a:cs typeface="Segoe UI"/>
              </a:defRPr>
            </a:lvl2pPr>
            <a:lvl3pPr algn="l">
              <a:defRPr sz="1028">
                <a:solidFill>
                  <a:srgbClr val="CFD7E6"/>
                </a:solidFill>
                <a:latin typeface="Segoe UI"/>
                <a:ea typeface="Segoe UI"/>
                <a:cs typeface="Segoe UI"/>
              </a:defRPr>
            </a:lvl3pPr>
            <a:lvl4pPr algn="l">
              <a:defRPr sz="1028">
                <a:solidFill>
                  <a:srgbClr val="CFD7E6"/>
                </a:solidFill>
                <a:latin typeface="Segoe UI"/>
                <a:ea typeface="Segoe UI"/>
                <a:cs typeface="Segoe UI"/>
              </a:defRPr>
            </a:lvl4pPr>
            <a:lvl5pPr algn="l">
              <a:defRPr sz="1028">
                <a:solidFill>
                  <a:srgbClr val="CFD7E6"/>
                </a:solidFill>
                <a:latin typeface="Segoe UI"/>
                <a:ea typeface="Segoe UI"/>
                <a:cs typeface="Segoe UI"/>
              </a:defRPr>
            </a:lvl5pPr>
            <a:lvl6pPr algn="l">
              <a:defRPr sz="1028">
                <a:solidFill>
                  <a:srgbClr val="CFD7E6"/>
                </a:solidFill>
                <a:latin typeface="Segoe UI"/>
                <a:ea typeface="Segoe UI"/>
                <a:cs typeface="Segoe UI"/>
              </a:defRPr>
            </a:lvl6pPr>
            <a:lvl7pPr algn="l">
              <a:defRPr sz="1028">
                <a:solidFill>
                  <a:srgbClr val="CFD7E6"/>
                </a:solidFill>
                <a:latin typeface="Segoe UI"/>
                <a:ea typeface="Segoe UI"/>
                <a:cs typeface="Segoe UI"/>
              </a:defRPr>
            </a:lvl7pPr>
            <a:lvl8pPr algn="l">
              <a:defRPr sz="1028">
                <a:solidFill>
                  <a:srgbClr val="CFD7E6"/>
                </a:solidFill>
                <a:latin typeface="Segoe UI"/>
                <a:ea typeface="Segoe UI"/>
                <a:cs typeface="Segoe UI"/>
              </a:defRPr>
            </a:lvl8pPr>
            <a:lvl9pPr algn="l">
              <a:defRPr sz="1028">
                <a:solidFill>
                  <a:srgbClr val="CFD7E6"/>
                </a:solidFill>
                <a:latin typeface="Segoe UI"/>
                <a:ea typeface="Segoe UI"/>
                <a:cs typeface="Segoe UI"/>
              </a:defRPr>
            </a:lvl9pPr>
          </a:lstStyle>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LLM JSON → IntentDecision: intent · confidence · detected emotion · topic.</a:t>
            </a:r>
          </a:p>
          <a:p xmlns:a="http://schemas.openxmlformats.org/drawingml/2006/main">
            <a:r>
              <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Language instruction follows the learner profile. A malformed JSON response falls back to tutoring at confidence 0.4.</a:t>
            </a:r>
          </a:p>
          <a:p xmlns:a="http://schemas.openxmlformats.org/drawingml/2006/main">
            <a:r>
              <a:t/>
            </a:r>
          </a:p>
          <a:p xmlns:a="http://schemas.openxmlformats.org/drawingml/2006/main">
            <a:pPr algn="l">
              <a:defRPr sz="1028">
                <a:solidFill>
                  <a:srgbClr val="CFD7E6"/>
                </a:solidFill>
                <a:latin typeface="Segoe UI"/>
                <a:ea typeface="Segoe UI"/>
                <a:cs typeface="Segoe UI"/>
              </a:defRPr>
            </a:pPr>
            <a:r>
              <a:rPr sz="1028">
                <a:solidFill>
                  <a:srgbClr val="CFD7E6"/>
                </a:solidFill>
                <a:latin typeface="Segoe UI"/>
                <a:ea typeface="Segoe UI"/>
                <a:cs typeface="Segoe UI"/>
              </a:rPr>
              <a:t>Writes intent, intent_confidence, emotional_state, current_topic and next_action.</a:t>
            </a:r>
          </a:p>
        </p:txBody>
      </p:sp>
      <p:sp>
        <p:nvSpPr>
          <p:cNvPr id="15" name="router-route-map">
            <a:extLst xmlns:a="http://schemas.openxmlformats.org/drawingml/2006/main">
              <a:ext uri="{FF2B5EF4-FFF2-40B4-BE49-F238E27FC236}">
                <a16:creationId xmlns:a16="http://schemas.microsoft.com/office/drawing/2014/main" id="{3D8704A4-3C6D-42BF-BE9F-DF602CCFA39B}"/>
              </a:ext>
            </a:extLst>
          </p:cNvPr>
          <p:cNvSpPr>
            <a:spLocks xmlns:a="http://schemas.openxmlformats.org/drawingml/2006/main" noGrp="1"/>
          </p:cNvSpPr>
          <p:nvPr/>
        </p:nvSpPr>
        <p:spPr>
          <a:xfrm xmlns:a="http://schemas.openxmlformats.org/drawingml/2006/main">
            <a:off x="514350" y="3867150"/>
            <a:ext cx="5467350" cy="1657350"/>
          </a:xfrm>
          <a:prstGeom xmlns:a="http://schemas.openxmlformats.org/drawingml/2006/main" prst="roundRect">
            <a:avLst>
              <a:gd name="adj" fmla="val 6897"/>
            </a:avLst>
          </a:prstGeom>
          <a:solidFill xmlns:a="http://schemas.openxmlformats.org/drawingml/2006/main">
            <a:srgbClr val="101827"/>
          </a:solidFill>
          <a:ln xmlns:a="http://schemas.openxmlformats.org/drawingml/2006/main" w="12383">
            <a:solidFill>
              <a:srgbClr val="FFB35D"/>
            </a:solidFill>
            <a:prstDash val="solid"/>
          </a:ln>
        </p:spPr>
      </p:sp>
      <p:sp>
        <p:nvSpPr>
          <p:cNvPr id="16" name="router-route-map-title">
            <a:extLst xmlns:a="http://schemas.openxmlformats.org/drawingml/2006/main">
              <a:ext uri="{FF2B5EF4-FFF2-40B4-BE49-F238E27FC236}">
                <a16:creationId xmlns:a16="http://schemas.microsoft.com/office/drawing/2014/main" id="{6683A2FF-5535-4109-B553-E3AFF1F9DBC0}"/>
              </a:ext>
            </a:extLst>
          </p:cNvPr>
          <p:cNvSpPr>
            <a:spLocks xmlns:a="http://schemas.openxmlformats.org/drawingml/2006/main" noGrp="1"/>
          </p:cNvSpPr>
          <p:nvPr/>
        </p:nvSpPr>
        <p:spPr>
          <a:xfrm xmlns:a="http://schemas.openxmlformats.org/drawingml/2006/main">
            <a:off x="704850" y="4000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FFB35D"/>
                </a:solidFill>
                <a:latin typeface="Segoe UI"/>
                <a:ea typeface="Segoe UI"/>
                <a:cs typeface="Segoe UI"/>
              </a:defRPr>
            </a:defPPr>
            <a:lvl1pPr algn="l">
              <a:defRPr sz="1350" b="1">
                <a:solidFill>
                  <a:srgbClr val="FFB35D"/>
                </a:solidFill>
                <a:latin typeface="Segoe UI"/>
                <a:ea typeface="Segoe UI"/>
                <a:cs typeface="Segoe UI"/>
              </a:defRPr>
            </a:lvl1pPr>
            <a:lvl2pPr algn="l">
              <a:defRPr sz="1350" b="1">
                <a:solidFill>
                  <a:srgbClr val="FFB35D"/>
                </a:solidFill>
                <a:latin typeface="Segoe UI"/>
                <a:ea typeface="Segoe UI"/>
                <a:cs typeface="Segoe UI"/>
              </a:defRPr>
            </a:lvl2pPr>
            <a:lvl3pPr algn="l">
              <a:defRPr sz="1350" b="1">
                <a:solidFill>
                  <a:srgbClr val="FFB35D"/>
                </a:solidFill>
                <a:latin typeface="Segoe UI"/>
                <a:ea typeface="Segoe UI"/>
                <a:cs typeface="Segoe UI"/>
              </a:defRPr>
            </a:lvl3pPr>
            <a:lvl4pPr algn="l">
              <a:defRPr sz="1350" b="1">
                <a:solidFill>
                  <a:srgbClr val="FFB35D"/>
                </a:solidFill>
                <a:latin typeface="Segoe UI"/>
                <a:ea typeface="Segoe UI"/>
                <a:cs typeface="Segoe UI"/>
              </a:defRPr>
            </a:lvl4pPr>
            <a:lvl5pPr algn="l">
              <a:defRPr sz="1350" b="1">
                <a:solidFill>
                  <a:srgbClr val="FFB35D"/>
                </a:solidFill>
                <a:latin typeface="Segoe UI"/>
                <a:ea typeface="Segoe UI"/>
                <a:cs typeface="Segoe UI"/>
              </a:defRPr>
            </a:lvl5pPr>
            <a:lvl6pPr algn="l">
              <a:defRPr sz="1350" b="1">
                <a:solidFill>
                  <a:srgbClr val="FFB35D"/>
                </a:solidFill>
                <a:latin typeface="Segoe UI"/>
                <a:ea typeface="Segoe UI"/>
                <a:cs typeface="Segoe UI"/>
              </a:defRPr>
            </a:lvl6pPr>
            <a:lvl7pPr algn="l">
              <a:defRPr sz="1350" b="1">
                <a:solidFill>
                  <a:srgbClr val="FFB35D"/>
                </a:solidFill>
                <a:latin typeface="Segoe UI"/>
                <a:ea typeface="Segoe UI"/>
                <a:cs typeface="Segoe UI"/>
              </a:defRPr>
            </a:lvl7pPr>
            <a:lvl8pPr algn="l">
              <a:defRPr sz="1350" b="1">
                <a:solidFill>
                  <a:srgbClr val="FFB35D"/>
                </a:solidFill>
                <a:latin typeface="Segoe UI"/>
                <a:ea typeface="Segoe UI"/>
                <a:cs typeface="Segoe UI"/>
              </a:defRPr>
            </a:lvl8pPr>
            <a:lvl9pPr algn="l">
              <a:defRPr sz="1350" b="1">
                <a:solidFill>
                  <a:srgbClr val="FFB35D"/>
                </a:solidFill>
                <a:latin typeface="Segoe UI"/>
                <a:ea typeface="Segoe UI"/>
                <a:cs typeface="Segoe UI"/>
              </a:defRPr>
            </a:lvl9pPr>
          </a:lstStyle>
          <a:p xmlns:a="http://schemas.openxmlformats.org/drawingml/2006/main">
            <a:pPr algn="l">
              <a:defRPr sz="1350" b="1">
                <a:solidFill>
                  <a:srgbClr val="FFB35D"/>
                </a:solidFill>
                <a:latin typeface="Segoe UI"/>
                <a:ea typeface="Segoe UI"/>
                <a:cs typeface="Segoe UI"/>
              </a:defRPr>
            </a:pPr>
            <a:r>
              <a:rPr sz="1350" b="1">
                <a:solidFill>
                  <a:srgbClr val="FFB35D"/>
                </a:solidFill>
                <a:latin typeface="Segoe UI"/>
                <a:ea typeface="Segoe UI"/>
                <a:cs typeface="Segoe UI"/>
              </a:rPr>
              <a:t>04  Conditional routes</a:t>
            </a:r>
          </a:p>
        </p:txBody>
      </p:sp>
      <p:sp>
        <p:nvSpPr>
          <p:cNvPr id="17" name="router-route-map-body">
            <a:extLst xmlns:a="http://schemas.openxmlformats.org/drawingml/2006/main">
              <a:ext uri="{FF2B5EF4-FFF2-40B4-BE49-F238E27FC236}">
                <a16:creationId xmlns:a16="http://schemas.microsoft.com/office/drawing/2014/main" id="{973B73B8-E421-406D-96A4-0A182B306896}"/>
              </a:ext>
            </a:extLst>
          </p:cNvPr>
          <p:cNvSpPr>
            <a:spLocks xmlns:a="http://schemas.openxmlformats.org/drawingml/2006/main" noGrp="1"/>
          </p:cNvSpPr>
          <p:nvPr/>
        </p:nvSpPr>
        <p:spPr>
          <a:xfrm xmlns:a="http://schemas.openxmlformats.org/drawingml/2006/main">
            <a:off x="704850" y="4314825"/>
            <a:ext cx="5086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ACTIVE QUIZ ANSWER  → Scoring</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TUTORING  → RAG → Tutor → Mini-quiz if concept/material exists and no quiz is active; otherwise Reflection</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QUIZ / EXERCISE REQUEST  → Problem Generator → Quiz Ask</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ANALYTICS  → Analytics → Recommendations</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STOP  → End  ·  repeat / clarification / unknown fallback  → Tutor</a:t>
            </a:r>
          </a:p>
        </p:txBody>
      </p:sp>
      <p:sp>
        <p:nvSpPr>
          <p:cNvPr id="18" name="router-state-contract">
            <a:extLst xmlns:a="http://schemas.openxmlformats.org/drawingml/2006/main">
              <a:ext uri="{FF2B5EF4-FFF2-40B4-BE49-F238E27FC236}">
                <a16:creationId xmlns:a16="http://schemas.microsoft.com/office/drawing/2014/main" id="{0CFEBF92-3267-4F37-B496-6D47ABE67EA1}"/>
              </a:ext>
            </a:extLst>
          </p:cNvPr>
          <p:cNvSpPr>
            <a:spLocks xmlns:a="http://schemas.openxmlformats.org/drawingml/2006/main" noGrp="1"/>
          </p:cNvSpPr>
          <p:nvPr/>
        </p:nvSpPr>
        <p:spPr>
          <a:xfrm xmlns:a="http://schemas.openxmlformats.org/drawingml/2006/main">
            <a:off x="6210300" y="3867150"/>
            <a:ext cx="5467350" cy="1657350"/>
          </a:xfrm>
          <a:prstGeom xmlns:a="http://schemas.openxmlformats.org/drawingml/2006/main" prst="roundRect">
            <a:avLst>
              <a:gd name="adj" fmla="val 6897"/>
            </a:avLst>
          </a:prstGeom>
          <a:solidFill xmlns:a="http://schemas.openxmlformats.org/drawingml/2006/main">
            <a:srgbClr val="101827"/>
          </a:solidFill>
          <a:ln xmlns:a="http://schemas.openxmlformats.org/drawingml/2006/main" w="12383">
            <a:solidFill>
              <a:srgbClr val="6877FF"/>
            </a:solidFill>
            <a:prstDash val="solid"/>
          </a:ln>
        </p:spPr>
      </p:sp>
      <p:sp>
        <p:nvSpPr>
          <p:cNvPr id="19" name="router-state-contract-title">
            <a:extLst xmlns:a="http://schemas.openxmlformats.org/drawingml/2006/main">
              <a:ext uri="{FF2B5EF4-FFF2-40B4-BE49-F238E27FC236}">
                <a16:creationId xmlns:a16="http://schemas.microsoft.com/office/drawing/2014/main" id="{17C9C711-E909-40E0-AF25-5E329595D5FD}"/>
              </a:ext>
            </a:extLst>
          </p:cNvPr>
          <p:cNvSpPr>
            <a:spLocks xmlns:a="http://schemas.openxmlformats.org/drawingml/2006/main" noGrp="1"/>
          </p:cNvSpPr>
          <p:nvPr/>
        </p:nvSpPr>
        <p:spPr>
          <a:xfrm xmlns:a="http://schemas.openxmlformats.org/drawingml/2006/main">
            <a:off x="6400800" y="40005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50" b="1">
                <a:solidFill>
                  <a:srgbClr val="6877FF"/>
                </a:solidFill>
                <a:latin typeface="Segoe UI"/>
                <a:ea typeface="Segoe UI"/>
                <a:cs typeface="Segoe UI"/>
              </a:defRPr>
            </a:defPPr>
            <a:lvl1pPr algn="l">
              <a:defRPr sz="1350" b="1">
                <a:solidFill>
                  <a:srgbClr val="6877FF"/>
                </a:solidFill>
                <a:latin typeface="Segoe UI"/>
                <a:ea typeface="Segoe UI"/>
                <a:cs typeface="Segoe UI"/>
              </a:defRPr>
            </a:lvl1pPr>
            <a:lvl2pPr algn="l">
              <a:defRPr sz="1350" b="1">
                <a:solidFill>
                  <a:srgbClr val="6877FF"/>
                </a:solidFill>
                <a:latin typeface="Segoe UI"/>
                <a:ea typeface="Segoe UI"/>
                <a:cs typeface="Segoe UI"/>
              </a:defRPr>
            </a:lvl2pPr>
            <a:lvl3pPr algn="l">
              <a:defRPr sz="1350" b="1">
                <a:solidFill>
                  <a:srgbClr val="6877FF"/>
                </a:solidFill>
                <a:latin typeface="Segoe UI"/>
                <a:ea typeface="Segoe UI"/>
                <a:cs typeface="Segoe UI"/>
              </a:defRPr>
            </a:lvl3pPr>
            <a:lvl4pPr algn="l">
              <a:defRPr sz="1350" b="1">
                <a:solidFill>
                  <a:srgbClr val="6877FF"/>
                </a:solidFill>
                <a:latin typeface="Segoe UI"/>
                <a:ea typeface="Segoe UI"/>
                <a:cs typeface="Segoe UI"/>
              </a:defRPr>
            </a:lvl4pPr>
            <a:lvl5pPr algn="l">
              <a:defRPr sz="1350" b="1">
                <a:solidFill>
                  <a:srgbClr val="6877FF"/>
                </a:solidFill>
                <a:latin typeface="Segoe UI"/>
                <a:ea typeface="Segoe UI"/>
                <a:cs typeface="Segoe UI"/>
              </a:defRPr>
            </a:lvl5pPr>
            <a:lvl6pPr algn="l">
              <a:defRPr sz="1350" b="1">
                <a:solidFill>
                  <a:srgbClr val="6877FF"/>
                </a:solidFill>
                <a:latin typeface="Segoe UI"/>
                <a:ea typeface="Segoe UI"/>
                <a:cs typeface="Segoe UI"/>
              </a:defRPr>
            </a:lvl6pPr>
            <a:lvl7pPr algn="l">
              <a:defRPr sz="1350" b="1">
                <a:solidFill>
                  <a:srgbClr val="6877FF"/>
                </a:solidFill>
                <a:latin typeface="Segoe UI"/>
                <a:ea typeface="Segoe UI"/>
                <a:cs typeface="Segoe UI"/>
              </a:defRPr>
            </a:lvl7pPr>
            <a:lvl8pPr algn="l">
              <a:defRPr sz="1350" b="1">
                <a:solidFill>
                  <a:srgbClr val="6877FF"/>
                </a:solidFill>
                <a:latin typeface="Segoe UI"/>
                <a:ea typeface="Segoe UI"/>
                <a:cs typeface="Segoe UI"/>
              </a:defRPr>
            </a:lvl8pPr>
            <a:lvl9pPr algn="l">
              <a:defRPr sz="1350" b="1">
                <a:solidFill>
                  <a:srgbClr val="6877FF"/>
                </a:solidFill>
                <a:latin typeface="Segoe UI"/>
                <a:ea typeface="Segoe UI"/>
                <a:cs typeface="Segoe UI"/>
              </a:defRPr>
            </a:lvl9pPr>
          </a:lstStyle>
          <a:p xmlns:a="http://schemas.openxmlformats.org/drawingml/2006/main">
            <a:pPr algn="l">
              <a:defRPr sz="1350" b="1">
                <a:solidFill>
                  <a:srgbClr val="6877FF"/>
                </a:solidFill>
                <a:latin typeface="Segoe UI"/>
                <a:ea typeface="Segoe UI"/>
                <a:cs typeface="Segoe UI"/>
              </a:defRPr>
            </a:pPr>
            <a:r>
              <a:rPr sz="1350" b="1">
                <a:solidFill>
                  <a:srgbClr val="6877FF"/>
                </a:solidFill>
                <a:latin typeface="Segoe UI"/>
                <a:ea typeface="Segoe UI"/>
                <a:cs typeface="Segoe UI"/>
              </a:rPr>
              <a:t>05  Shared KODMODState</a:t>
            </a:r>
          </a:p>
        </p:txBody>
      </p:sp>
      <p:sp>
        <p:nvSpPr>
          <p:cNvPr id="20" name="router-state-contract-body">
            <a:extLst xmlns:a="http://schemas.openxmlformats.org/drawingml/2006/main">
              <a:ext uri="{FF2B5EF4-FFF2-40B4-BE49-F238E27FC236}">
                <a16:creationId xmlns:a16="http://schemas.microsoft.com/office/drawing/2014/main" id="{40CE2F14-52BF-4ECF-88E3-86622E549556}"/>
              </a:ext>
            </a:extLst>
          </p:cNvPr>
          <p:cNvSpPr>
            <a:spLocks xmlns:a="http://schemas.openxmlformats.org/drawingml/2006/main" noGrp="1"/>
          </p:cNvSpPr>
          <p:nvPr/>
        </p:nvSpPr>
        <p:spPr>
          <a:xfrm xmlns:a="http://schemas.openxmlformats.org/drawingml/2006/main">
            <a:off x="6400800" y="4314825"/>
            <a:ext cx="5086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60">
                <a:solidFill>
                  <a:srgbClr val="CFD7E6"/>
                </a:solidFill>
                <a:latin typeface="Segoe UI"/>
                <a:ea typeface="Segoe UI"/>
                <a:cs typeface="Segoe UI"/>
              </a:defRPr>
            </a:defPPr>
            <a:lvl1pPr algn="l">
              <a:defRPr sz="960">
                <a:solidFill>
                  <a:srgbClr val="CFD7E6"/>
                </a:solidFill>
                <a:latin typeface="Segoe UI"/>
                <a:ea typeface="Segoe UI"/>
                <a:cs typeface="Segoe UI"/>
              </a:defRPr>
            </a:lvl1pPr>
            <a:lvl2pPr algn="l">
              <a:defRPr sz="960">
                <a:solidFill>
                  <a:srgbClr val="CFD7E6"/>
                </a:solidFill>
                <a:latin typeface="Segoe UI"/>
                <a:ea typeface="Segoe UI"/>
                <a:cs typeface="Segoe UI"/>
              </a:defRPr>
            </a:lvl2pPr>
            <a:lvl3pPr algn="l">
              <a:defRPr sz="960">
                <a:solidFill>
                  <a:srgbClr val="CFD7E6"/>
                </a:solidFill>
                <a:latin typeface="Segoe UI"/>
                <a:ea typeface="Segoe UI"/>
                <a:cs typeface="Segoe UI"/>
              </a:defRPr>
            </a:lvl3pPr>
            <a:lvl4pPr algn="l">
              <a:defRPr sz="960">
                <a:solidFill>
                  <a:srgbClr val="CFD7E6"/>
                </a:solidFill>
                <a:latin typeface="Segoe UI"/>
                <a:ea typeface="Segoe UI"/>
                <a:cs typeface="Segoe UI"/>
              </a:defRPr>
            </a:lvl4pPr>
            <a:lvl5pPr algn="l">
              <a:defRPr sz="960">
                <a:solidFill>
                  <a:srgbClr val="CFD7E6"/>
                </a:solidFill>
                <a:latin typeface="Segoe UI"/>
                <a:ea typeface="Segoe UI"/>
                <a:cs typeface="Segoe UI"/>
              </a:defRPr>
            </a:lvl5pPr>
            <a:lvl6pPr algn="l">
              <a:defRPr sz="960">
                <a:solidFill>
                  <a:srgbClr val="CFD7E6"/>
                </a:solidFill>
                <a:latin typeface="Segoe UI"/>
                <a:ea typeface="Segoe UI"/>
                <a:cs typeface="Segoe UI"/>
              </a:defRPr>
            </a:lvl6pPr>
            <a:lvl7pPr algn="l">
              <a:defRPr sz="960">
                <a:solidFill>
                  <a:srgbClr val="CFD7E6"/>
                </a:solidFill>
                <a:latin typeface="Segoe UI"/>
                <a:ea typeface="Segoe UI"/>
                <a:cs typeface="Segoe UI"/>
              </a:defRPr>
            </a:lvl7pPr>
            <a:lvl8pPr algn="l">
              <a:defRPr sz="960">
                <a:solidFill>
                  <a:srgbClr val="CFD7E6"/>
                </a:solidFill>
                <a:latin typeface="Segoe UI"/>
                <a:ea typeface="Segoe UI"/>
                <a:cs typeface="Segoe UI"/>
              </a:defRPr>
            </a:lvl8pPr>
            <a:lvl9pPr algn="l">
              <a:defRPr sz="960">
                <a:solidFill>
                  <a:srgbClr val="CFD7E6"/>
                </a:solidFill>
                <a:latin typeface="Segoe UI"/>
                <a:ea typeface="Segoe UI"/>
                <a:cs typeface="Segoe UI"/>
              </a:defRPr>
            </a:lvl9pPr>
          </a:lstStyle>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LEARNING  topic/concept · difficulty · tutoring_context · retrieved_docs</a:t>
            </a:r>
          </a:p>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RESPONSE  generated_response · accessible_response · messages</a:t>
            </a:r>
          </a:p>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QUIZ  question(s) · index · attempts · answer · scores · mastery cursor</a:t>
            </a:r>
          </a:p>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PROFILE  mastery/confidence · learning_profile · emotion · accessibility flags</a:t>
            </a:r>
          </a:p>
          <a:p xmlns:a="http://schemas.openxmlformats.org/drawingml/2006/main">
            <a:pPr algn="l">
              <a:defRPr sz="960">
                <a:solidFill>
                  <a:srgbClr val="CFD7E6"/>
                </a:solidFill>
                <a:latin typeface="Segoe UI"/>
                <a:ea typeface="Segoe UI"/>
                <a:cs typeface="Segoe UI"/>
              </a:defRPr>
            </a:pPr>
            <a:r>
              <a:rPr sz="960">
                <a:solidFill>
                  <a:srgbClr val="CFD7E6"/>
                </a:solidFill>
                <a:latin typeface="Segoe UI"/>
                <a:ea typeface="Segoe UI"/>
                <a:cs typeface="Segoe UI"/>
              </a:rPr>
              <a:t>RESULTS  misconceptions · analytics_summary · recommendations · trace_id · last_node · error</a:t>
            </a:r>
          </a:p>
        </p:txBody>
      </p:sp>
      <p:sp>
        <p:nvSpPr>
          <p:cNvPr id="21" name="state-lifecycle-strip">
            <a:extLst xmlns:a="http://schemas.openxmlformats.org/drawingml/2006/main">
              <a:ext uri="{FF2B5EF4-FFF2-40B4-BE49-F238E27FC236}">
                <a16:creationId xmlns:a16="http://schemas.microsoft.com/office/drawing/2014/main" id="{DD54E572-952F-468D-AF44-42DC83865E97}"/>
              </a:ext>
            </a:extLst>
          </p:cNvPr>
          <p:cNvSpPr>
            <a:spLocks xmlns:a="http://schemas.openxmlformats.org/drawingml/2006/main" noGrp="1"/>
          </p:cNvSpPr>
          <p:nvPr/>
        </p:nvSpPr>
        <p:spPr>
          <a:xfrm xmlns:a="http://schemas.openxmlformats.org/drawingml/2006/main">
            <a:off x="514350" y="5676900"/>
            <a:ext cx="11163300" cy="457200"/>
          </a:xfrm>
          <a:prstGeom xmlns:a="http://schemas.openxmlformats.org/drawingml/2006/main" prst="roundRect">
            <a:avLst>
              <a:gd name="adj" fmla="val 18750"/>
            </a:avLst>
          </a:prstGeom>
          <a:solidFill xmlns:a="http://schemas.openxmlformats.org/drawingml/2006/main">
            <a:srgbClr val="151A2E"/>
          </a:solidFill>
          <a:ln xmlns:a="http://schemas.openxmlformats.org/drawingml/2006/main" w="10478">
            <a:solidFill>
              <a:srgbClr val="344258"/>
            </a:solidFill>
            <a:prstDash val="dash"/>
          </a:ln>
        </p:spPr>
      </p:sp>
      <p:sp>
        <p:nvSpPr>
          <p:cNvPr id="22" name="state-lifecycle-body">
            <a:extLst xmlns:a="http://schemas.openxmlformats.org/drawingml/2006/main">
              <a:ext uri="{FF2B5EF4-FFF2-40B4-BE49-F238E27FC236}">
                <a16:creationId xmlns:a16="http://schemas.microsoft.com/office/drawing/2014/main" id="{D23BC44A-2676-4711-9429-FFEA306AB0C5}"/>
              </a:ext>
            </a:extLst>
          </p:cNvPr>
          <p:cNvSpPr>
            <a:spLocks xmlns:a="http://schemas.openxmlformats.org/drawingml/2006/main" noGrp="1"/>
          </p:cNvSpPr>
          <p:nvPr/>
        </p:nvSpPr>
        <p:spPr>
          <a:xfrm xmlns:a="http://schemas.openxmlformats.org/drawingml/2006/main">
            <a:off x="685800" y="5753100"/>
            <a:ext cx="108204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13">
                <a:solidFill>
                  <a:srgbClr val="CFD7E6"/>
                </a:solidFill>
                <a:latin typeface="Segoe UI"/>
                <a:ea typeface="Segoe UI"/>
                <a:cs typeface="Segoe UI"/>
              </a:defRPr>
            </a:defPPr>
            <a:lvl1pPr algn="l">
              <a:defRPr sz="1013">
                <a:solidFill>
                  <a:srgbClr val="CFD7E6"/>
                </a:solidFill>
                <a:latin typeface="Segoe UI"/>
                <a:ea typeface="Segoe UI"/>
                <a:cs typeface="Segoe UI"/>
              </a:defRPr>
            </a:lvl1pPr>
            <a:lvl2pPr algn="l">
              <a:defRPr sz="1013">
                <a:solidFill>
                  <a:srgbClr val="CFD7E6"/>
                </a:solidFill>
                <a:latin typeface="Segoe UI"/>
                <a:ea typeface="Segoe UI"/>
                <a:cs typeface="Segoe UI"/>
              </a:defRPr>
            </a:lvl2pPr>
            <a:lvl3pPr algn="l">
              <a:defRPr sz="1013">
                <a:solidFill>
                  <a:srgbClr val="CFD7E6"/>
                </a:solidFill>
                <a:latin typeface="Segoe UI"/>
                <a:ea typeface="Segoe UI"/>
                <a:cs typeface="Segoe UI"/>
              </a:defRPr>
            </a:lvl3pPr>
            <a:lvl4pPr algn="l">
              <a:defRPr sz="1013">
                <a:solidFill>
                  <a:srgbClr val="CFD7E6"/>
                </a:solidFill>
                <a:latin typeface="Segoe UI"/>
                <a:ea typeface="Segoe UI"/>
                <a:cs typeface="Segoe UI"/>
              </a:defRPr>
            </a:lvl4pPr>
            <a:lvl5pPr algn="l">
              <a:defRPr sz="1013">
                <a:solidFill>
                  <a:srgbClr val="CFD7E6"/>
                </a:solidFill>
                <a:latin typeface="Segoe UI"/>
                <a:ea typeface="Segoe UI"/>
                <a:cs typeface="Segoe UI"/>
              </a:defRPr>
            </a:lvl5pPr>
            <a:lvl6pPr algn="l">
              <a:defRPr sz="1013">
                <a:solidFill>
                  <a:srgbClr val="CFD7E6"/>
                </a:solidFill>
                <a:latin typeface="Segoe UI"/>
                <a:ea typeface="Segoe UI"/>
                <a:cs typeface="Segoe UI"/>
              </a:defRPr>
            </a:lvl6pPr>
            <a:lvl7pPr algn="l">
              <a:defRPr sz="1013">
                <a:solidFill>
                  <a:srgbClr val="CFD7E6"/>
                </a:solidFill>
                <a:latin typeface="Segoe UI"/>
                <a:ea typeface="Segoe UI"/>
                <a:cs typeface="Segoe UI"/>
              </a:defRPr>
            </a:lvl7pPr>
            <a:lvl8pPr algn="l">
              <a:defRPr sz="1013">
                <a:solidFill>
                  <a:srgbClr val="CFD7E6"/>
                </a:solidFill>
                <a:latin typeface="Segoe UI"/>
                <a:ea typeface="Segoe UI"/>
                <a:cs typeface="Segoe UI"/>
              </a:defRPr>
            </a:lvl8pPr>
            <a:lvl9pPr algn="l">
              <a:defRPr sz="1013">
                <a:solidFill>
                  <a:srgbClr val="CFD7E6"/>
                </a:solidFill>
                <a:latin typeface="Segoe UI"/>
                <a:ea typeface="Segoe UI"/>
                <a:cs typeface="Segoe UI"/>
              </a:defRPr>
            </a:lvl9pPr>
          </a:lstStyle>
          <a:p xmlns:a="http://schemas.openxmlformats.org/drawingml/2006/main">
            <a:pPr algn="l">
              <a:defRPr sz="1013">
                <a:solidFill>
                  <a:srgbClr val="CFD7E6"/>
                </a:solidFill>
                <a:latin typeface="Segoe UI"/>
                <a:ea typeface="Segoe UI"/>
                <a:cs typeface="Segoe UI"/>
              </a:defRPr>
            </a:pPr>
            <a:r>
              <a:rPr sz="1013">
                <a:solidFill>
                  <a:srgbClr val="CFD7E6"/>
                </a:solidFill>
                <a:latin typeface="Segoe UI"/>
                <a:ea typeface="Segoe UI"/>
                <a:cs typeface="Segoe UI"/>
              </a:rPr>
              <a:t>Each node returns partial state. LangGraph merges it across the turn; a configured PostgreSQL checkpointer can persist transitions, while Redis restores chat quiz state on a later request.</a:t>
            </a:r>
          </a:p>
        </p:txBody>
      </p:sp>
    </p:spTree>
    <p:extLst>
      <p:ext uri="{BB962C8B-B14F-4D97-AF65-F5344CB8AC3E}">
        <p14:creationId xmlns:p14="http://schemas.microsoft.com/office/powerpoint/2010/main" val="592373854"/>
      </p:ext>
    </p:extLst>
  </p:cSld>
</p:sld>
</file>

<file path=ppt/slides/slide9.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3B1435D2-366A-4758-BF3E-4F0D0F1A7609}"/>
              </a:ext>
            </a:extLst>
          </p:cNvPr>
          <p:cNvCxnSpPr>
            <a:stCxn xmlns:a="http://schemas.openxmlformats.org/drawingml/2006/main" id="16" idx="2"/>
            <a:endCxn xmlns:a="http://schemas.openxmlformats.org/drawingml/2006/main" id="18" idx="1"/>
          </p:cNvCxnSpPr>
          <p:nvPr/>
        </p:nvCxnSpPr>
        <p:spPr>
          <a:xfrm xmlns:a="http://schemas.openxmlformats.org/drawingml/2006/main">
            <a:off x="3790950" y="4848225"/>
            <a:ext cx="1428750" cy="266700"/>
          </a:xfrm>
          <a:prstGeom xmlns:a="http://schemas.openxmlformats.org/drawingml/2006/main" prst="bentConnector3">
            <a:avLst>
              <a:gd name="adj1" fmla="val 0"/>
            </a:avLst>
          </a:prstGeom>
          <a:ln xmlns:a="http://schemas.openxmlformats.org/drawingml/2006/main" w="16193">
            <a:solidFill>
              <a:srgbClr val="D4ED50"/>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2D7D05B0-E70D-4F03-9BBD-57FA81747494}"/>
              </a:ext>
            </a:extLst>
          </p:cNvPr>
          <p:cNvCxnSpPr>
            <a:stCxn xmlns:a="http://schemas.openxmlformats.org/drawingml/2006/main" id="16" idx="3"/>
            <a:endCxn xmlns:a="http://schemas.openxmlformats.org/drawingml/2006/main" id="17" idx="1"/>
          </p:cNvCxnSpPr>
          <p:nvPr/>
        </p:nvCxnSpPr>
        <p:spPr>
          <a:xfrm xmlns:a="http://schemas.openxmlformats.org/drawingml/2006/main" flipV="1">
            <a:off x="4857750" y="4276725"/>
            <a:ext cx="361950" cy="85725"/>
          </a:xfrm>
          <a:prstGeom xmlns:a="http://schemas.openxmlformats.org/drawingml/2006/main" prst="straightConnector1">
            <a:avLst/>
          </a:prstGeom>
          <a:ln xmlns:a="http://schemas.openxmlformats.org/drawingml/2006/main" w="16193">
            <a:solidFill>
              <a:srgbClr val="FF7F91"/>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50FCD4FE-0437-488E-B3EB-CBD9301F1380}"/>
              </a:ext>
            </a:extLst>
          </p:cNvPr>
          <p:cNvCxnSpPr>
            <a:stCxn xmlns:a="http://schemas.openxmlformats.org/drawingml/2006/main" id="15" idx="3"/>
            <a:endCxn xmlns:a="http://schemas.openxmlformats.org/drawingml/2006/main" id="16" idx="1"/>
          </p:cNvCxnSpPr>
          <p:nvPr/>
        </p:nvCxnSpPr>
        <p:spPr>
          <a:xfrm xmlns:a="http://schemas.openxmlformats.org/drawingml/2006/main">
            <a:off x="2419350" y="4362450"/>
            <a:ext cx="304800" cy="0"/>
          </a:xfrm>
          <a:prstGeom xmlns:a="http://schemas.openxmlformats.org/drawingml/2006/main" prst="straightConnector1">
            <a:avLst/>
          </a:prstGeom>
          <a:ln xmlns:a="http://schemas.openxmlformats.org/drawingml/2006/main" w="16193">
            <a:solidFill>
              <a:srgbClr val="FFB35D"/>
            </a:solidFill>
            <a:prstDash val="solid"/>
            <a:tailEnd type="triangle" w="sm" len="sm"/>
          </a:ln>
        </p:spPr>
      </p:cxnSp>
      <p:sp>
        <p:nvSpPr>
          <p:cNvPr id="28" name="eyebrow-09  /  SCORING &amp; MASTERY DETAIL">
            <a:extLst xmlns:a="http://schemas.openxmlformats.org/drawingml/2006/main">
              <a:ext uri="{FF2B5EF4-FFF2-40B4-BE49-F238E27FC236}">
                <a16:creationId xmlns:a16="http://schemas.microsoft.com/office/drawing/2014/main" id="{363EC1A6-F9BE-448C-BE6C-9FE2575EFD02}"/>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09  /  SCORING &amp; MASTERY DETAIL</a:t>
            </a:r>
          </a:p>
        </p:txBody>
      </p:sp>
      <p:sp>
        <p:nvSpPr>
          <p:cNvPr id="2" name="title-09  /  SCORING &amp; MASTERY DETAIL">
            <a:extLst xmlns:a="http://schemas.openxmlformats.org/drawingml/2006/main">
              <a:ext uri="{FF2B5EF4-FFF2-40B4-BE49-F238E27FC236}">
                <a16:creationId xmlns:a16="http://schemas.microsoft.com/office/drawing/2014/main" id="{73D07CCB-08F2-4643-9A67-F01F54B60A30}"/>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Scoring to mastery: exact decision and update rules</a:t>
            </a:r>
          </a:p>
        </p:txBody>
      </p:sp>
      <p:sp>
        <p:nvSpPr>
          <p:cNvPr id="3" name="subtitle-09  /  SCORING &amp; MASTERY DETAIL">
            <a:extLst xmlns:a="http://schemas.openxmlformats.org/drawingml/2006/main">
              <a:ext uri="{FF2B5EF4-FFF2-40B4-BE49-F238E27FC236}">
                <a16:creationId xmlns:a16="http://schemas.microsoft.com/office/drawing/2014/main" id="{FEB4A49D-3CA0-46F1-91DB-4DB5963DE9A0}"/>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This page separates per-attempt grading, retry control, session score and long-term concept mastery.</a:t>
            </a:r>
          </a:p>
        </p:txBody>
      </p:sp>
      <p:sp>
        <p:nvSpPr>
          <p:cNvPr id="4" name="scoring-detail-langgraph-logo-tile">
            <a:extLst xmlns:a="http://schemas.openxmlformats.org/drawingml/2006/main">
              <a:ext uri="{FF2B5EF4-FFF2-40B4-BE49-F238E27FC236}">
                <a16:creationId xmlns:a16="http://schemas.microsoft.com/office/drawing/2014/main" id="{CF39D186-8BE7-4762-9493-A5F488C84B4F}"/>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8AEA75B4-0FD6-4AAF-8091-452C466F4AE7}"/>
              </a:ext>
            </a:extLst>
          </p:cNvPr>
          <p:cNvPicPr>
            <a:picLocks xmlns:a="http://schemas.openxmlformats.org/drawingml/2006/main" noChangeAspect="1"/>
          </p:cNvPicPr>
          <p:nvPr/>
        </p:nvPicPr>
        <p:blipFill>
          <a:blip xmlns:r="http://schemas.openxmlformats.org/officeDocument/2006/relationships" xmlns:a="http://schemas.openxmlformats.org/drawingml/2006/main" r:embed="R46594938f7964614">
            <a:extLst>
              <a:ext uri="{96DAC541-7B7A-43D3-8B79-37D633B846F1}">
                <asvg:svgBlip xmlns:asvg="http://schemas.microsoft.com/office/drawing/2016/SVG/main" r:embed="Rc7dd6e3f19294fad"/>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scoring-mcq-contract">
            <a:extLst xmlns:a="http://schemas.openxmlformats.org/drawingml/2006/main">
              <a:ext uri="{FF2B5EF4-FFF2-40B4-BE49-F238E27FC236}">
                <a16:creationId xmlns:a16="http://schemas.microsoft.com/office/drawing/2014/main" id="{F0A69327-8CA8-4282-BB26-74880E6F48F2}"/>
              </a:ext>
            </a:extLst>
          </p:cNvPr>
          <p:cNvSpPr>
            <a:spLocks xmlns:a="http://schemas.openxmlformats.org/drawingml/2006/main" noGrp="1"/>
          </p:cNvSpPr>
          <p:nvPr/>
        </p:nvSpPr>
        <p:spPr>
          <a:xfrm xmlns:a="http://schemas.openxmlformats.org/drawingml/2006/main">
            <a:off x="514350" y="1562100"/>
            <a:ext cx="3581400" cy="2152650"/>
          </a:xfrm>
          <a:prstGeom xmlns:a="http://schemas.openxmlformats.org/drawingml/2006/main" prst="roundRect">
            <a:avLst>
              <a:gd name="adj" fmla="val 5310"/>
            </a:avLst>
          </a:prstGeom>
          <a:solidFill xmlns:a="http://schemas.openxmlformats.org/drawingml/2006/main">
            <a:srgbClr val="15252B"/>
          </a:solidFill>
          <a:ln xmlns:a="http://schemas.openxmlformats.org/drawingml/2006/main" w="13335">
            <a:solidFill>
              <a:srgbClr val="37C9C4"/>
            </a:solidFill>
            <a:prstDash val="solid"/>
          </a:ln>
        </p:spPr>
      </p:sp>
      <p:sp>
        <p:nvSpPr>
          <p:cNvPr id="7" name="scoring-mcq-title">
            <a:extLst xmlns:a="http://schemas.openxmlformats.org/drawingml/2006/main">
              <a:ext uri="{FF2B5EF4-FFF2-40B4-BE49-F238E27FC236}">
                <a16:creationId xmlns:a16="http://schemas.microsoft.com/office/drawing/2014/main" id="{3F824AE1-7E19-4A48-88C3-4CE92E7BCF29}"/>
              </a:ext>
            </a:extLst>
          </p:cNvPr>
          <p:cNvSpPr>
            <a:spLocks xmlns:a="http://schemas.openxmlformats.org/drawingml/2006/main" noGrp="1"/>
          </p:cNvSpPr>
          <p:nvPr/>
        </p:nvSpPr>
        <p:spPr>
          <a:xfrm xmlns:a="http://schemas.openxmlformats.org/drawingml/2006/main">
            <a:off x="70485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37C9C4"/>
                </a:solidFill>
                <a:latin typeface="Segoe UI"/>
                <a:ea typeface="Segoe UI"/>
                <a:cs typeface="Segoe UI"/>
              </a:defRPr>
            </a:defPPr>
            <a:lvl1pPr algn="l">
              <a:defRPr sz="1425" b="1">
                <a:solidFill>
                  <a:srgbClr val="37C9C4"/>
                </a:solidFill>
                <a:latin typeface="Segoe UI"/>
                <a:ea typeface="Segoe UI"/>
                <a:cs typeface="Segoe UI"/>
              </a:defRPr>
            </a:lvl1pPr>
            <a:lvl2pPr algn="l">
              <a:defRPr sz="1425" b="1">
                <a:solidFill>
                  <a:srgbClr val="37C9C4"/>
                </a:solidFill>
                <a:latin typeface="Segoe UI"/>
                <a:ea typeface="Segoe UI"/>
                <a:cs typeface="Segoe UI"/>
              </a:defRPr>
            </a:lvl2pPr>
            <a:lvl3pPr algn="l">
              <a:defRPr sz="1425" b="1">
                <a:solidFill>
                  <a:srgbClr val="37C9C4"/>
                </a:solidFill>
                <a:latin typeface="Segoe UI"/>
                <a:ea typeface="Segoe UI"/>
                <a:cs typeface="Segoe UI"/>
              </a:defRPr>
            </a:lvl3pPr>
            <a:lvl4pPr algn="l">
              <a:defRPr sz="1425" b="1">
                <a:solidFill>
                  <a:srgbClr val="37C9C4"/>
                </a:solidFill>
                <a:latin typeface="Segoe UI"/>
                <a:ea typeface="Segoe UI"/>
                <a:cs typeface="Segoe UI"/>
              </a:defRPr>
            </a:lvl4pPr>
            <a:lvl5pPr algn="l">
              <a:defRPr sz="1425" b="1">
                <a:solidFill>
                  <a:srgbClr val="37C9C4"/>
                </a:solidFill>
                <a:latin typeface="Segoe UI"/>
                <a:ea typeface="Segoe UI"/>
                <a:cs typeface="Segoe UI"/>
              </a:defRPr>
            </a:lvl5pPr>
            <a:lvl6pPr algn="l">
              <a:defRPr sz="1425" b="1">
                <a:solidFill>
                  <a:srgbClr val="37C9C4"/>
                </a:solidFill>
                <a:latin typeface="Segoe UI"/>
                <a:ea typeface="Segoe UI"/>
                <a:cs typeface="Segoe UI"/>
              </a:defRPr>
            </a:lvl6pPr>
            <a:lvl7pPr algn="l">
              <a:defRPr sz="1425" b="1">
                <a:solidFill>
                  <a:srgbClr val="37C9C4"/>
                </a:solidFill>
                <a:latin typeface="Segoe UI"/>
                <a:ea typeface="Segoe UI"/>
                <a:cs typeface="Segoe UI"/>
              </a:defRPr>
            </a:lvl7pPr>
            <a:lvl8pPr algn="l">
              <a:defRPr sz="1425" b="1">
                <a:solidFill>
                  <a:srgbClr val="37C9C4"/>
                </a:solidFill>
                <a:latin typeface="Segoe UI"/>
                <a:ea typeface="Segoe UI"/>
                <a:cs typeface="Segoe UI"/>
              </a:defRPr>
            </a:lvl8pPr>
            <a:lvl9pPr algn="l">
              <a:defRPr sz="1425" b="1">
                <a:solidFill>
                  <a:srgbClr val="37C9C4"/>
                </a:solidFill>
                <a:latin typeface="Segoe UI"/>
                <a:ea typeface="Segoe UI"/>
                <a:cs typeface="Segoe UI"/>
              </a:defRPr>
            </a:lvl9pPr>
          </a:lstStyle>
          <a:p xmlns:a="http://schemas.openxmlformats.org/drawingml/2006/main">
            <a:pPr algn="l">
              <a:defRPr sz="1425" b="1">
                <a:solidFill>
                  <a:srgbClr val="37C9C4"/>
                </a:solidFill>
                <a:latin typeface="Segoe UI"/>
                <a:ea typeface="Segoe UI"/>
                <a:cs typeface="Segoe UI"/>
              </a:defRPr>
            </a:pPr>
            <a:r>
              <a:rPr sz="1425" b="1">
                <a:solidFill>
                  <a:srgbClr val="37C9C4"/>
                </a:solidFill>
                <a:latin typeface="Segoe UI"/>
                <a:ea typeface="Segoe UI"/>
                <a:cs typeface="Segoe UI"/>
              </a:rPr>
              <a:t>01  MCQ fast path</a:t>
            </a:r>
          </a:p>
        </p:txBody>
      </p:sp>
      <p:sp>
        <p:nvSpPr>
          <p:cNvPr id="8" name="scoring-mcq-body">
            <a:extLst xmlns:a="http://schemas.openxmlformats.org/drawingml/2006/main">
              <a:ext uri="{FF2B5EF4-FFF2-40B4-BE49-F238E27FC236}">
                <a16:creationId xmlns:a16="http://schemas.microsoft.com/office/drawing/2014/main" id="{9C0CF83A-3148-47A3-BB15-EC506DB7B58C}"/>
              </a:ext>
            </a:extLst>
          </p:cNvPr>
          <p:cNvSpPr>
            <a:spLocks xmlns:a="http://schemas.openxmlformats.org/drawingml/2006/main" noGrp="1"/>
          </p:cNvSpPr>
          <p:nvPr/>
        </p:nvSpPr>
        <p:spPr>
          <a:xfrm xmlns:a="http://schemas.openxmlformats.org/drawingml/2006/main">
            <a:off x="704850" y="2047875"/>
            <a:ext cx="32004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8">
                <a:solidFill>
                  <a:srgbClr val="CFD7E6"/>
                </a:solidFill>
                <a:latin typeface="Segoe UI"/>
                <a:ea typeface="Segoe UI"/>
                <a:cs typeface="Segoe UI"/>
              </a:defRPr>
            </a:defPPr>
            <a:lvl1pPr algn="l">
              <a:defRPr sz="998">
                <a:solidFill>
                  <a:srgbClr val="CFD7E6"/>
                </a:solidFill>
                <a:latin typeface="Segoe UI"/>
                <a:ea typeface="Segoe UI"/>
                <a:cs typeface="Segoe UI"/>
              </a:defRPr>
            </a:lvl1pPr>
            <a:lvl2pPr algn="l">
              <a:defRPr sz="998">
                <a:solidFill>
                  <a:srgbClr val="CFD7E6"/>
                </a:solidFill>
                <a:latin typeface="Segoe UI"/>
                <a:ea typeface="Segoe UI"/>
                <a:cs typeface="Segoe UI"/>
              </a:defRPr>
            </a:lvl2pPr>
            <a:lvl3pPr algn="l">
              <a:defRPr sz="998">
                <a:solidFill>
                  <a:srgbClr val="CFD7E6"/>
                </a:solidFill>
                <a:latin typeface="Segoe UI"/>
                <a:ea typeface="Segoe UI"/>
                <a:cs typeface="Segoe UI"/>
              </a:defRPr>
            </a:lvl3pPr>
            <a:lvl4pPr algn="l">
              <a:defRPr sz="998">
                <a:solidFill>
                  <a:srgbClr val="CFD7E6"/>
                </a:solidFill>
                <a:latin typeface="Segoe UI"/>
                <a:ea typeface="Segoe UI"/>
                <a:cs typeface="Segoe UI"/>
              </a:defRPr>
            </a:lvl4pPr>
            <a:lvl5pPr algn="l">
              <a:defRPr sz="998">
                <a:solidFill>
                  <a:srgbClr val="CFD7E6"/>
                </a:solidFill>
                <a:latin typeface="Segoe UI"/>
                <a:ea typeface="Segoe UI"/>
                <a:cs typeface="Segoe UI"/>
              </a:defRPr>
            </a:lvl5pPr>
            <a:lvl6pPr algn="l">
              <a:defRPr sz="998">
                <a:solidFill>
                  <a:srgbClr val="CFD7E6"/>
                </a:solidFill>
                <a:latin typeface="Segoe UI"/>
                <a:ea typeface="Segoe UI"/>
                <a:cs typeface="Segoe UI"/>
              </a:defRPr>
            </a:lvl6pPr>
            <a:lvl7pPr algn="l">
              <a:defRPr sz="998">
                <a:solidFill>
                  <a:srgbClr val="CFD7E6"/>
                </a:solidFill>
                <a:latin typeface="Segoe UI"/>
                <a:ea typeface="Segoe UI"/>
                <a:cs typeface="Segoe UI"/>
              </a:defRPr>
            </a:lvl7pPr>
            <a:lvl8pPr algn="l">
              <a:defRPr sz="998">
                <a:solidFill>
                  <a:srgbClr val="CFD7E6"/>
                </a:solidFill>
                <a:latin typeface="Segoe UI"/>
                <a:ea typeface="Segoe UI"/>
                <a:cs typeface="Segoe UI"/>
              </a:defRPr>
            </a:lvl8pPr>
            <a:lvl9pPr algn="l">
              <a:defRPr sz="998">
                <a:solidFill>
                  <a:srgbClr val="CFD7E6"/>
                </a:solidFill>
                <a:latin typeface="Segoe UI"/>
                <a:ea typeface="Segoe UI"/>
                <a:cs typeface="Segoe UI"/>
              </a:defRPr>
            </a:lvl9pPr>
          </a:lstStyle>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INPUT  expected option + A/B/C/D choices + spoken answer.</a:t>
            </a:r>
          </a:p>
          <a:p xmlns:a="http://schemas.openxmlformats.org/drawingml/2006/main">
            <a:r>
              <a:t/>
            </a:r>
          </a:p>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A leading letter is matched directly: right → 1.0, wrong → 0.0. Exact expected text or a response containing the correct labeled option can also earn 1.0.</a:t>
            </a:r>
          </a:p>
          <a:p xmlns:a="http://schemas.openxmlformats.org/drawingml/2006/main">
            <a:r>
              <a:t/>
            </a:r>
          </a:p>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Missing expected key → 0.0. Ambiguous wording or a cross-language paraphrase → rubric grader.</a:t>
            </a:r>
          </a:p>
        </p:txBody>
      </p:sp>
      <p:sp>
        <p:nvSpPr>
          <p:cNvPr id="9" name="scoring-rubric-contract">
            <a:extLst xmlns:a="http://schemas.openxmlformats.org/drawingml/2006/main">
              <a:ext uri="{FF2B5EF4-FFF2-40B4-BE49-F238E27FC236}">
                <a16:creationId xmlns:a16="http://schemas.microsoft.com/office/drawing/2014/main" id="{8E6BBA60-F7C5-4A21-8BDA-5FE9F4C3BFCB}"/>
              </a:ext>
            </a:extLst>
          </p:cNvPr>
          <p:cNvSpPr>
            <a:spLocks xmlns:a="http://schemas.openxmlformats.org/drawingml/2006/main" noGrp="1"/>
          </p:cNvSpPr>
          <p:nvPr/>
        </p:nvSpPr>
        <p:spPr>
          <a:xfrm xmlns:a="http://schemas.openxmlformats.org/drawingml/2006/main">
            <a:off x="4305300" y="1562100"/>
            <a:ext cx="3581400" cy="2152650"/>
          </a:xfrm>
          <a:prstGeom xmlns:a="http://schemas.openxmlformats.org/drawingml/2006/main" prst="roundRect">
            <a:avLst>
              <a:gd name="adj" fmla="val 5310"/>
            </a:avLst>
          </a:prstGeom>
          <a:solidFill xmlns:a="http://schemas.openxmlformats.org/drawingml/2006/main">
            <a:srgbClr val="211D31"/>
          </a:solidFill>
          <a:ln xmlns:a="http://schemas.openxmlformats.org/drawingml/2006/main" w="13335">
            <a:solidFill>
              <a:srgbClr val="A38AFF"/>
            </a:solidFill>
            <a:prstDash val="solid"/>
          </a:ln>
        </p:spPr>
      </p:sp>
      <p:sp>
        <p:nvSpPr>
          <p:cNvPr id="10" name="scoring-rubric-title">
            <a:extLst xmlns:a="http://schemas.openxmlformats.org/drawingml/2006/main">
              <a:ext uri="{FF2B5EF4-FFF2-40B4-BE49-F238E27FC236}">
                <a16:creationId xmlns:a16="http://schemas.microsoft.com/office/drawing/2014/main" id="{12C801B9-2584-46B8-8677-07171E56F6F6}"/>
              </a:ext>
            </a:extLst>
          </p:cNvPr>
          <p:cNvSpPr>
            <a:spLocks xmlns:a="http://schemas.openxmlformats.org/drawingml/2006/main" noGrp="1"/>
          </p:cNvSpPr>
          <p:nvPr/>
        </p:nvSpPr>
        <p:spPr>
          <a:xfrm xmlns:a="http://schemas.openxmlformats.org/drawingml/2006/main">
            <a:off x="449580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A38AFF"/>
                </a:solidFill>
                <a:latin typeface="Segoe UI"/>
                <a:ea typeface="Segoe UI"/>
                <a:cs typeface="Segoe UI"/>
              </a:defRPr>
            </a:defPPr>
            <a:lvl1pPr algn="l">
              <a:defRPr sz="1425" b="1">
                <a:solidFill>
                  <a:srgbClr val="A38AFF"/>
                </a:solidFill>
                <a:latin typeface="Segoe UI"/>
                <a:ea typeface="Segoe UI"/>
                <a:cs typeface="Segoe UI"/>
              </a:defRPr>
            </a:lvl1pPr>
            <a:lvl2pPr algn="l">
              <a:defRPr sz="1425" b="1">
                <a:solidFill>
                  <a:srgbClr val="A38AFF"/>
                </a:solidFill>
                <a:latin typeface="Segoe UI"/>
                <a:ea typeface="Segoe UI"/>
                <a:cs typeface="Segoe UI"/>
              </a:defRPr>
            </a:lvl2pPr>
            <a:lvl3pPr algn="l">
              <a:defRPr sz="1425" b="1">
                <a:solidFill>
                  <a:srgbClr val="A38AFF"/>
                </a:solidFill>
                <a:latin typeface="Segoe UI"/>
                <a:ea typeface="Segoe UI"/>
                <a:cs typeface="Segoe UI"/>
              </a:defRPr>
            </a:lvl3pPr>
            <a:lvl4pPr algn="l">
              <a:defRPr sz="1425" b="1">
                <a:solidFill>
                  <a:srgbClr val="A38AFF"/>
                </a:solidFill>
                <a:latin typeface="Segoe UI"/>
                <a:ea typeface="Segoe UI"/>
                <a:cs typeface="Segoe UI"/>
              </a:defRPr>
            </a:lvl4pPr>
            <a:lvl5pPr algn="l">
              <a:defRPr sz="1425" b="1">
                <a:solidFill>
                  <a:srgbClr val="A38AFF"/>
                </a:solidFill>
                <a:latin typeface="Segoe UI"/>
                <a:ea typeface="Segoe UI"/>
                <a:cs typeface="Segoe UI"/>
              </a:defRPr>
            </a:lvl5pPr>
            <a:lvl6pPr algn="l">
              <a:defRPr sz="1425" b="1">
                <a:solidFill>
                  <a:srgbClr val="A38AFF"/>
                </a:solidFill>
                <a:latin typeface="Segoe UI"/>
                <a:ea typeface="Segoe UI"/>
                <a:cs typeface="Segoe UI"/>
              </a:defRPr>
            </a:lvl6pPr>
            <a:lvl7pPr algn="l">
              <a:defRPr sz="1425" b="1">
                <a:solidFill>
                  <a:srgbClr val="A38AFF"/>
                </a:solidFill>
                <a:latin typeface="Segoe UI"/>
                <a:ea typeface="Segoe UI"/>
                <a:cs typeface="Segoe UI"/>
              </a:defRPr>
            </a:lvl7pPr>
            <a:lvl8pPr algn="l">
              <a:defRPr sz="1425" b="1">
                <a:solidFill>
                  <a:srgbClr val="A38AFF"/>
                </a:solidFill>
                <a:latin typeface="Segoe UI"/>
                <a:ea typeface="Segoe UI"/>
                <a:cs typeface="Segoe UI"/>
              </a:defRPr>
            </a:lvl8pPr>
            <a:lvl9pPr algn="l">
              <a:defRPr sz="1425" b="1">
                <a:solidFill>
                  <a:srgbClr val="A38AFF"/>
                </a:solidFill>
                <a:latin typeface="Segoe UI"/>
                <a:ea typeface="Segoe UI"/>
                <a:cs typeface="Segoe UI"/>
              </a:defRPr>
            </a:lvl9pPr>
          </a:lstStyle>
          <a:p xmlns:a="http://schemas.openxmlformats.org/drawingml/2006/main">
            <a:pPr algn="l">
              <a:defRPr sz="1425" b="1">
                <a:solidFill>
                  <a:srgbClr val="A38AFF"/>
                </a:solidFill>
                <a:latin typeface="Segoe UI"/>
                <a:ea typeface="Segoe UI"/>
                <a:cs typeface="Segoe UI"/>
              </a:defRPr>
            </a:pPr>
            <a:r>
              <a:rPr sz="1425" b="1">
                <a:solidFill>
                  <a:srgbClr val="A38AFF"/>
                </a:solidFill>
                <a:latin typeface="Segoe UI"/>
                <a:ea typeface="Segoe UI"/>
                <a:cs typeface="Segoe UI"/>
              </a:rPr>
              <a:t>02  Rubric grader</a:t>
            </a:r>
          </a:p>
        </p:txBody>
      </p:sp>
      <p:sp>
        <p:nvSpPr>
          <p:cNvPr id="11" name="scoring-rubric-body">
            <a:extLst xmlns:a="http://schemas.openxmlformats.org/drawingml/2006/main">
              <a:ext uri="{FF2B5EF4-FFF2-40B4-BE49-F238E27FC236}">
                <a16:creationId xmlns:a16="http://schemas.microsoft.com/office/drawing/2014/main" id="{552D9EBA-D4F8-40D3-AEF9-01C85607AB48}"/>
              </a:ext>
            </a:extLst>
          </p:cNvPr>
          <p:cNvSpPr>
            <a:spLocks xmlns:a="http://schemas.openxmlformats.org/drawingml/2006/main" noGrp="1"/>
          </p:cNvSpPr>
          <p:nvPr/>
        </p:nvSpPr>
        <p:spPr>
          <a:xfrm xmlns:a="http://schemas.openxmlformats.org/drawingml/2006/main">
            <a:off x="4495800" y="2047875"/>
            <a:ext cx="32004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98">
                <a:solidFill>
                  <a:srgbClr val="CFD7E6"/>
                </a:solidFill>
                <a:latin typeface="Segoe UI"/>
                <a:ea typeface="Segoe UI"/>
                <a:cs typeface="Segoe UI"/>
              </a:defRPr>
            </a:defPPr>
            <a:lvl1pPr algn="l">
              <a:defRPr sz="998">
                <a:solidFill>
                  <a:srgbClr val="CFD7E6"/>
                </a:solidFill>
                <a:latin typeface="Segoe UI"/>
                <a:ea typeface="Segoe UI"/>
                <a:cs typeface="Segoe UI"/>
              </a:defRPr>
            </a:lvl1pPr>
            <a:lvl2pPr algn="l">
              <a:defRPr sz="998">
                <a:solidFill>
                  <a:srgbClr val="CFD7E6"/>
                </a:solidFill>
                <a:latin typeface="Segoe UI"/>
                <a:ea typeface="Segoe UI"/>
                <a:cs typeface="Segoe UI"/>
              </a:defRPr>
            </a:lvl2pPr>
            <a:lvl3pPr algn="l">
              <a:defRPr sz="998">
                <a:solidFill>
                  <a:srgbClr val="CFD7E6"/>
                </a:solidFill>
                <a:latin typeface="Segoe UI"/>
                <a:ea typeface="Segoe UI"/>
                <a:cs typeface="Segoe UI"/>
              </a:defRPr>
            </a:lvl3pPr>
            <a:lvl4pPr algn="l">
              <a:defRPr sz="998">
                <a:solidFill>
                  <a:srgbClr val="CFD7E6"/>
                </a:solidFill>
                <a:latin typeface="Segoe UI"/>
                <a:ea typeface="Segoe UI"/>
                <a:cs typeface="Segoe UI"/>
              </a:defRPr>
            </a:lvl4pPr>
            <a:lvl5pPr algn="l">
              <a:defRPr sz="998">
                <a:solidFill>
                  <a:srgbClr val="CFD7E6"/>
                </a:solidFill>
                <a:latin typeface="Segoe UI"/>
                <a:ea typeface="Segoe UI"/>
                <a:cs typeface="Segoe UI"/>
              </a:defRPr>
            </a:lvl5pPr>
            <a:lvl6pPr algn="l">
              <a:defRPr sz="998">
                <a:solidFill>
                  <a:srgbClr val="CFD7E6"/>
                </a:solidFill>
                <a:latin typeface="Segoe UI"/>
                <a:ea typeface="Segoe UI"/>
                <a:cs typeface="Segoe UI"/>
              </a:defRPr>
            </a:lvl6pPr>
            <a:lvl7pPr algn="l">
              <a:defRPr sz="998">
                <a:solidFill>
                  <a:srgbClr val="CFD7E6"/>
                </a:solidFill>
                <a:latin typeface="Segoe UI"/>
                <a:ea typeface="Segoe UI"/>
                <a:cs typeface="Segoe UI"/>
              </a:defRPr>
            </a:lvl7pPr>
            <a:lvl8pPr algn="l">
              <a:defRPr sz="998">
                <a:solidFill>
                  <a:srgbClr val="CFD7E6"/>
                </a:solidFill>
                <a:latin typeface="Segoe UI"/>
                <a:ea typeface="Segoe UI"/>
                <a:cs typeface="Segoe UI"/>
              </a:defRPr>
            </a:lvl8pPr>
            <a:lvl9pPr algn="l">
              <a:defRPr sz="998">
                <a:solidFill>
                  <a:srgbClr val="CFD7E6"/>
                </a:solidFill>
                <a:latin typeface="Segoe UI"/>
                <a:ea typeface="Segoe UI"/>
                <a:cs typeface="Segoe UI"/>
              </a:defRPr>
            </a:lvl9pPr>
          </a:lstStyle>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LLM receives question + expected answer + rubric/keywords + transcribed response. It grades correctness, coverage, reasoning and likely speech-recognition errors.</a:t>
            </a:r>
          </a:p>
          <a:p xmlns:a="http://schemas.openxmlformats.org/drawingml/2006/main">
            <a:r>
              <a:t/>
            </a:r>
          </a:p>
          <a:p xmlns:a="http://schemas.openxmlformats.org/drawingml/2006/main">
            <a:pPr algn="l">
              <a:defRPr sz="998">
                <a:solidFill>
                  <a:srgbClr val="CFD7E6"/>
                </a:solidFill>
                <a:latin typeface="Segoe UI"/>
                <a:ea typeface="Segoe UI"/>
                <a:cs typeface="Segoe UI"/>
              </a:defRPr>
            </a:pPr>
            <a:r>
              <a:rPr sz="998">
                <a:solidFill>
                  <a:srgbClr val="CFD7E6"/>
                </a:solidFill>
                <a:latin typeface="Segoe UI"/>
                <a:ea typeface="Segoe UI"/>
                <a:cs typeface="Segoe UI"/>
              </a:rPr>
              <a:t>Returns score/confidence in 0–1, short feedback and missed_keywords. Contract: feedback 1–2,000 chars; at most 30 missed keywords. Invalid output raises an error; it is not silently accepted.</a:t>
            </a:r>
          </a:p>
        </p:txBody>
      </p:sp>
      <p:sp>
        <p:nvSpPr>
          <p:cNvPr id="12" name="scoring-attempt-contract">
            <a:extLst xmlns:a="http://schemas.openxmlformats.org/drawingml/2006/main">
              <a:ext uri="{FF2B5EF4-FFF2-40B4-BE49-F238E27FC236}">
                <a16:creationId xmlns:a16="http://schemas.microsoft.com/office/drawing/2014/main" id="{DCC656C9-6CD4-4936-B314-8FE30EF70CDB}"/>
              </a:ext>
            </a:extLst>
          </p:cNvPr>
          <p:cNvSpPr>
            <a:spLocks xmlns:a="http://schemas.openxmlformats.org/drawingml/2006/main" noGrp="1"/>
          </p:cNvSpPr>
          <p:nvPr/>
        </p:nvSpPr>
        <p:spPr>
          <a:xfrm xmlns:a="http://schemas.openxmlformats.org/drawingml/2006/main">
            <a:off x="8096250" y="1562100"/>
            <a:ext cx="3581400" cy="2152650"/>
          </a:xfrm>
          <a:prstGeom xmlns:a="http://schemas.openxmlformats.org/drawingml/2006/main" prst="roundRect">
            <a:avLst>
              <a:gd name="adj" fmla="val 5310"/>
            </a:avLst>
          </a:prstGeom>
          <a:solidFill xmlns:a="http://schemas.openxmlformats.org/drawingml/2006/main">
            <a:srgbClr val="172238"/>
          </a:solidFill>
          <a:ln xmlns:a="http://schemas.openxmlformats.org/drawingml/2006/main" w="13335">
            <a:solidFill>
              <a:srgbClr val="6877FF"/>
            </a:solidFill>
            <a:prstDash val="solid"/>
          </a:ln>
        </p:spPr>
      </p:sp>
      <p:sp>
        <p:nvSpPr>
          <p:cNvPr id="13" name="scoring-attempt-title">
            <a:extLst xmlns:a="http://schemas.openxmlformats.org/drawingml/2006/main">
              <a:ext uri="{FF2B5EF4-FFF2-40B4-BE49-F238E27FC236}">
                <a16:creationId xmlns:a16="http://schemas.microsoft.com/office/drawing/2014/main" id="{41B6077A-3B52-4404-875D-8B90CE0C2969}"/>
              </a:ext>
            </a:extLst>
          </p:cNvPr>
          <p:cNvSpPr>
            <a:spLocks xmlns:a="http://schemas.openxmlformats.org/drawingml/2006/main" noGrp="1"/>
          </p:cNvSpPr>
          <p:nvPr/>
        </p:nvSpPr>
        <p:spPr>
          <a:xfrm xmlns:a="http://schemas.openxmlformats.org/drawingml/2006/main">
            <a:off x="8286750" y="1714500"/>
            <a:ext cx="3200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6877FF"/>
                </a:solidFill>
                <a:latin typeface="Segoe UI"/>
                <a:ea typeface="Segoe UI"/>
                <a:cs typeface="Segoe UI"/>
              </a:defRPr>
            </a:defPPr>
            <a:lvl1pPr algn="l">
              <a:defRPr sz="1425" b="1">
                <a:solidFill>
                  <a:srgbClr val="6877FF"/>
                </a:solidFill>
                <a:latin typeface="Segoe UI"/>
                <a:ea typeface="Segoe UI"/>
                <a:cs typeface="Segoe UI"/>
              </a:defRPr>
            </a:lvl1pPr>
            <a:lvl2pPr algn="l">
              <a:defRPr sz="1425" b="1">
                <a:solidFill>
                  <a:srgbClr val="6877FF"/>
                </a:solidFill>
                <a:latin typeface="Segoe UI"/>
                <a:ea typeface="Segoe UI"/>
                <a:cs typeface="Segoe UI"/>
              </a:defRPr>
            </a:lvl2pPr>
            <a:lvl3pPr algn="l">
              <a:defRPr sz="1425" b="1">
                <a:solidFill>
                  <a:srgbClr val="6877FF"/>
                </a:solidFill>
                <a:latin typeface="Segoe UI"/>
                <a:ea typeface="Segoe UI"/>
                <a:cs typeface="Segoe UI"/>
              </a:defRPr>
            </a:lvl3pPr>
            <a:lvl4pPr algn="l">
              <a:defRPr sz="1425" b="1">
                <a:solidFill>
                  <a:srgbClr val="6877FF"/>
                </a:solidFill>
                <a:latin typeface="Segoe UI"/>
                <a:ea typeface="Segoe UI"/>
                <a:cs typeface="Segoe UI"/>
              </a:defRPr>
            </a:lvl4pPr>
            <a:lvl5pPr algn="l">
              <a:defRPr sz="1425" b="1">
                <a:solidFill>
                  <a:srgbClr val="6877FF"/>
                </a:solidFill>
                <a:latin typeface="Segoe UI"/>
                <a:ea typeface="Segoe UI"/>
                <a:cs typeface="Segoe UI"/>
              </a:defRPr>
            </a:lvl5pPr>
            <a:lvl6pPr algn="l">
              <a:defRPr sz="1425" b="1">
                <a:solidFill>
                  <a:srgbClr val="6877FF"/>
                </a:solidFill>
                <a:latin typeface="Segoe UI"/>
                <a:ea typeface="Segoe UI"/>
                <a:cs typeface="Segoe UI"/>
              </a:defRPr>
            </a:lvl6pPr>
            <a:lvl7pPr algn="l">
              <a:defRPr sz="1425" b="1">
                <a:solidFill>
                  <a:srgbClr val="6877FF"/>
                </a:solidFill>
                <a:latin typeface="Segoe UI"/>
                <a:ea typeface="Segoe UI"/>
                <a:cs typeface="Segoe UI"/>
              </a:defRPr>
            </a:lvl7pPr>
            <a:lvl8pPr algn="l">
              <a:defRPr sz="1425" b="1">
                <a:solidFill>
                  <a:srgbClr val="6877FF"/>
                </a:solidFill>
                <a:latin typeface="Segoe UI"/>
                <a:ea typeface="Segoe UI"/>
                <a:cs typeface="Segoe UI"/>
              </a:defRPr>
            </a:lvl8pPr>
            <a:lvl9pPr algn="l">
              <a:defRPr sz="1425" b="1">
                <a:solidFill>
                  <a:srgbClr val="6877FF"/>
                </a:solidFill>
                <a:latin typeface="Segoe UI"/>
                <a:ea typeface="Segoe UI"/>
                <a:cs typeface="Segoe UI"/>
              </a:defRPr>
            </a:lvl9pPr>
          </a:lstStyle>
          <a:p xmlns:a="http://schemas.openxmlformats.org/drawingml/2006/main">
            <a:pPr algn="l">
              <a:defRPr sz="1425" b="1">
                <a:solidFill>
                  <a:srgbClr val="6877FF"/>
                </a:solidFill>
                <a:latin typeface="Segoe UI"/>
                <a:ea typeface="Segoe UI"/>
                <a:cs typeface="Segoe UI"/>
              </a:defRPr>
            </a:pPr>
            <a:r>
              <a:rPr sz="1425" b="1">
                <a:solidFill>
                  <a:srgbClr val="6877FF"/>
                </a:solidFill>
                <a:latin typeface="Segoe UI"/>
                <a:ea typeface="Segoe UI"/>
                <a:cs typeface="Segoe UI"/>
              </a:rPr>
              <a:t>03  QuizAttempt output</a:t>
            </a:r>
          </a:p>
        </p:txBody>
      </p:sp>
      <p:sp>
        <p:nvSpPr>
          <p:cNvPr id="14" name="scoring-attempt-body">
            <a:extLst xmlns:a="http://schemas.openxmlformats.org/drawingml/2006/main">
              <a:ext uri="{FF2B5EF4-FFF2-40B4-BE49-F238E27FC236}">
                <a16:creationId xmlns:a16="http://schemas.microsoft.com/office/drawing/2014/main" id="{AA871AF2-5486-44CB-BFE6-0D5D9028C2C8}"/>
              </a:ext>
            </a:extLst>
          </p:cNvPr>
          <p:cNvSpPr>
            <a:spLocks xmlns:a="http://schemas.openxmlformats.org/drawingml/2006/main" noGrp="1"/>
          </p:cNvSpPr>
          <p:nvPr/>
        </p:nvSpPr>
        <p:spPr>
          <a:xfrm xmlns:a="http://schemas.openxmlformats.org/drawingml/2006/main">
            <a:off x="8286750" y="2047875"/>
            <a:ext cx="32004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05">
                <a:solidFill>
                  <a:srgbClr val="CFD7E6"/>
                </a:solidFill>
                <a:latin typeface="Segoe UI"/>
                <a:ea typeface="Segoe UI"/>
                <a:cs typeface="Segoe UI"/>
              </a:defRPr>
            </a:defPPr>
            <a:lvl1pPr algn="l">
              <a:defRPr sz="1005">
                <a:solidFill>
                  <a:srgbClr val="CFD7E6"/>
                </a:solidFill>
                <a:latin typeface="Segoe UI"/>
                <a:ea typeface="Segoe UI"/>
                <a:cs typeface="Segoe UI"/>
              </a:defRPr>
            </a:lvl1pPr>
            <a:lvl2pPr algn="l">
              <a:defRPr sz="1005">
                <a:solidFill>
                  <a:srgbClr val="CFD7E6"/>
                </a:solidFill>
                <a:latin typeface="Segoe UI"/>
                <a:ea typeface="Segoe UI"/>
                <a:cs typeface="Segoe UI"/>
              </a:defRPr>
            </a:lvl2pPr>
            <a:lvl3pPr algn="l">
              <a:defRPr sz="1005">
                <a:solidFill>
                  <a:srgbClr val="CFD7E6"/>
                </a:solidFill>
                <a:latin typeface="Segoe UI"/>
                <a:ea typeface="Segoe UI"/>
                <a:cs typeface="Segoe UI"/>
              </a:defRPr>
            </a:lvl3pPr>
            <a:lvl4pPr algn="l">
              <a:defRPr sz="1005">
                <a:solidFill>
                  <a:srgbClr val="CFD7E6"/>
                </a:solidFill>
                <a:latin typeface="Segoe UI"/>
                <a:ea typeface="Segoe UI"/>
                <a:cs typeface="Segoe UI"/>
              </a:defRPr>
            </a:lvl4pPr>
            <a:lvl5pPr algn="l">
              <a:defRPr sz="1005">
                <a:solidFill>
                  <a:srgbClr val="CFD7E6"/>
                </a:solidFill>
                <a:latin typeface="Segoe UI"/>
                <a:ea typeface="Segoe UI"/>
                <a:cs typeface="Segoe UI"/>
              </a:defRPr>
            </a:lvl5pPr>
            <a:lvl6pPr algn="l">
              <a:defRPr sz="1005">
                <a:solidFill>
                  <a:srgbClr val="CFD7E6"/>
                </a:solidFill>
                <a:latin typeface="Segoe UI"/>
                <a:ea typeface="Segoe UI"/>
                <a:cs typeface="Segoe UI"/>
              </a:defRPr>
            </a:lvl6pPr>
            <a:lvl7pPr algn="l">
              <a:defRPr sz="1005">
                <a:solidFill>
                  <a:srgbClr val="CFD7E6"/>
                </a:solidFill>
                <a:latin typeface="Segoe UI"/>
                <a:ea typeface="Segoe UI"/>
                <a:cs typeface="Segoe UI"/>
              </a:defRPr>
            </a:lvl7pPr>
            <a:lvl8pPr algn="l">
              <a:defRPr sz="1005">
                <a:solidFill>
                  <a:srgbClr val="CFD7E6"/>
                </a:solidFill>
                <a:latin typeface="Segoe UI"/>
                <a:ea typeface="Segoe UI"/>
                <a:cs typeface="Segoe UI"/>
              </a:defRPr>
            </a:lvl8pPr>
            <a:lvl9pPr algn="l">
              <a:defRPr sz="1005">
                <a:solidFill>
                  <a:srgbClr val="CFD7E6"/>
                </a:solidFill>
                <a:latin typeface="Segoe UI"/>
                <a:ea typeface="Segoe UI"/>
                <a:cs typeface="Segoe UI"/>
              </a:defRPr>
            </a:lvl9pPr>
          </a:lstStyle>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question_id · student_answer · score · is_correct · confidence · response_latency_ms · feedback</a:t>
            </a:r>
          </a:p>
          <a:p xmlns:a="http://schemas.openxmlformats.org/drawingml/2006/main">
            <a:r>
              <a:t/>
            </a:r>
          </a:p>
          <a:p xmlns:a="http://schemas.openxmlformats.org/drawingml/2006/main">
            <a:pPr algn="l">
              <a:defRPr sz="1005">
                <a:solidFill>
                  <a:srgbClr val="CFD7E6"/>
                </a:solidFill>
                <a:latin typeface="Segoe UI"/>
                <a:ea typeface="Segoe UI"/>
                <a:cs typeface="Segoe UI"/>
              </a:defRPr>
            </a:pPr>
            <a:r>
              <a:rPr sz="1005">
                <a:solidFill>
                  <a:srgbClr val="CFD7E6"/>
                </a:solidFill>
                <a:latin typeface="Segoe UI"/>
                <a:ea typeface="Segoe UI"/>
                <a:cs typeface="Segoe UI"/>
              </a:rPr>
              <a:t>MCQ confidence defaults to 0.9. is_correct is fixed at score ≥ 0.6. quiz_score is the latest attempt; cumulative_quiz_score averages stored attempts, including retries. No captured answer scores 0 and advances the retry counter.</a:t>
            </a:r>
          </a:p>
        </p:txBody>
      </p:sp>
      <p:sp>
        <p:nvSpPr>
          <p:cNvPr id="15" name="scoring-flow-node">
            <a:extLst xmlns:a="http://schemas.openxmlformats.org/drawingml/2006/main">
              <a:ext uri="{FF2B5EF4-FFF2-40B4-BE49-F238E27FC236}">
                <a16:creationId xmlns:a16="http://schemas.microsoft.com/office/drawing/2014/main" id="{B4889E14-CC55-448A-AA01-73B9A810CE0D}"/>
              </a:ext>
            </a:extLst>
          </p:cNvPr>
          <p:cNvSpPr>
            <a:spLocks xmlns:a="http://schemas.openxmlformats.org/drawingml/2006/main" noGrp="1"/>
          </p:cNvSpPr>
          <p:nvPr/>
        </p:nvSpPr>
        <p:spPr>
          <a:xfrm xmlns:a="http://schemas.openxmlformats.org/drawingml/2006/main">
            <a:off x="514350" y="4000500"/>
            <a:ext cx="1905000" cy="723900"/>
          </a:xfrm>
          <a:prstGeom xmlns:a="http://schemas.openxmlformats.org/drawingml/2006/main" prst="roundRect">
            <a:avLst>
              <a:gd name="adj" fmla="val 13158"/>
            </a:avLst>
          </a:prstGeom>
          <a:solidFill xmlns:a="http://schemas.openxmlformats.org/drawingml/2006/main">
            <a:srgbClr val="172238"/>
          </a:solidFill>
          <a:ln xmlns:a="http://schemas.openxmlformats.org/drawingml/2006/main" w="13335">
            <a:solidFill>
              <a:srgbClr val="FFB35D"/>
            </a:solidFill>
            <a:prstDash val="solid"/>
          </a:ln>
        </p:spPr>
        <p:txBody>
          <a:bodyPr xmlns:a="http://schemas.openxmlformats.org/drawingml/2006/main" wrap="square" lIns="66675" tIns="38100" rIns="66675" bIns="38100" anchor="ctr">
            <a:noAutofit/>
          </a:bodyPr>
          <a:lstStyle xmlns:a="http://schemas.openxmlformats.org/drawingml/2006/main">
            <a:defPPr algn="ctr">
              <a:defRPr sz="1275" b="1">
                <a:solidFill>
                  <a:srgbClr val="F5F7FC"/>
                </a:solidFill>
                <a:latin typeface="Segoe UI"/>
                <a:ea typeface="Segoe UI"/>
                <a:cs typeface="Segoe UI"/>
              </a:defRPr>
            </a:defPPr>
            <a:lvl1pPr algn="ctr">
              <a:defRPr sz="1275" b="1">
                <a:solidFill>
                  <a:srgbClr val="F5F7FC"/>
                </a:solidFill>
                <a:latin typeface="Segoe UI"/>
                <a:ea typeface="Segoe UI"/>
                <a:cs typeface="Segoe UI"/>
              </a:defRPr>
            </a:lvl1pPr>
            <a:lvl2pPr algn="ctr">
              <a:defRPr sz="1275" b="1">
                <a:solidFill>
                  <a:srgbClr val="F5F7FC"/>
                </a:solidFill>
                <a:latin typeface="Segoe UI"/>
                <a:ea typeface="Segoe UI"/>
                <a:cs typeface="Segoe UI"/>
              </a:defRPr>
            </a:lvl2pPr>
            <a:lvl3pPr algn="ctr">
              <a:defRPr sz="1275" b="1">
                <a:solidFill>
                  <a:srgbClr val="F5F7FC"/>
                </a:solidFill>
                <a:latin typeface="Segoe UI"/>
                <a:ea typeface="Segoe UI"/>
                <a:cs typeface="Segoe UI"/>
              </a:defRPr>
            </a:lvl3pPr>
            <a:lvl4pPr algn="ctr">
              <a:defRPr sz="1275" b="1">
                <a:solidFill>
                  <a:srgbClr val="F5F7FC"/>
                </a:solidFill>
                <a:latin typeface="Segoe UI"/>
                <a:ea typeface="Segoe UI"/>
                <a:cs typeface="Segoe UI"/>
              </a:defRPr>
            </a:lvl4pPr>
            <a:lvl5pPr algn="ctr">
              <a:defRPr sz="1275" b="1">
                <a:solidFill>
                  <a:srgbClr val="F5F7FC"/>
                </a:solidFill>
                <a:latin typeface="Segoe UI"/>
                <a:ea typeface="Segoe UI"/>
                <a:cs typeface="Segoe UI"/>
              </a:defRPr>
            </a:lvl5pPr>
            <a:lvl6pPr algn="ctr">
              <a:defRPr sz="1275" b="1">
                <a:solidFill>
                  <a:srgbClr val="F5F7FC"/>
                </a:solidFill>
                <a:latin typeface="Segoe UI"/>
                <a:ea typeface="Segoe UI"/>
                <a:cs typeface="Segoe UI"/>
              </a:defRPr>
            </a:lvl6pPr>
            <a:lvl7pPr algn="ctr">
              <a:defRPr sz="1275" b="1">
                <a:solidFill>
                  <a:srgbClr val="F5F7FC"/>
                </a:solidFill>
                <a:latin typeface="Segoe UI"/>
                <a:ea typeface="Segoe UI"/>
                <a:cs typeface="Segoe UI"/>
              </a:defRPr>
            </a:lvl7pPr>
            <a:lvl8pPr algn="ctr">
              <a:defRPr sz="1275" b="1">
                <a:solidFill>
                  <a:srgbClr val="F5F7FC"/>
                </a:solidFill>
                <a:latin typeface="Segoe UI"/>
                <a:ea typeface="Segoe UI"/>
                <a:cs typeface="Segoe UI"/>
              </a:defRPr>
            </a:lvl8pPr>
            <a:lvl9pPr algn="ctr">
              <a:defRPr sz="1275" b="1">
                <a:solidFill>
                  <a:srgbClr val="F5F7FC"/>
                </a:solidFill>
                <a:latin typeface="Segoe UI"/>
                <a:ea typeface="Segoe UI"/>
                <a:cs typeface="Segoe UI"/>
              </a:defRPr>
            </a:lvl9pPr>
          </a:lstStyle>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Scoring</a:t>
            </a:r>
          </a:p>
          <a:p xmlns:a="http://schemas.openxmlformats.org/drawingml/2006/main">
            <a:pPr algn="ctr">
              <a:defRPr sz="1275" b="1">
                <a:solidFill>
                  <a:srgbClr val="F5F7FC"/>
                </a:solidFill>
                <a:latin typeface="Segoe UI"/>
                <a:ea typeface="Segoe UI"/>
                <a:cs typeface="Segoe UI"/>
              </a:defRPr>
            </a:pPr>
            <a:r>
              <a:rPr sz="1275" b="1">
                <a:solidFill>
                  <a:srgbClr val="F5F7FC"/>
                </a:solidFill>
                <a:latin typeface="Segoe UI"/>
                <a:ea typeface="Segoe UI"/>
                <a:cs typeface="Segoe UI"/>
              </a:rPr>
              <a:t>record attempt</a:t>
            </a:r>
          </a:p>
        </p:txBody>
      </p:sp>
      <p:sp>
        <p:nvSpPr>
          <p:cNvPr id="16" name="scoring-flow-gate">
            <a:extLst xmlns:a="http://schemas.openxmlformats.org/drawingml/2006/main">
              <a:ext uri="{FF2B5EF4-FFF2-40B4-BE49-F238E27FC236}">
                <a16:creationId xmlns:a16="http://schemas.microsoft.com/office/drawing/2014/main" id="{1A4DA417-1D50-4235-ACD9-2DC27934D97C}"/>
              </a:ext>
            </a:extLst>
          </p:cNvPr>
          <p:cNvSpPr>
            <a:spLocks xmlns:a="http://schemas.openxmlformats.org/drawingml/2006/main" noGrp="1"/>
          </p:cNvSpPr>
          <p:nvPr/>
        </p:nvSpPr>
        <p:spPr>
          <a:xfrm xmlns:a="http://schemas.openxmlformats.org/drawingml/2006/main">
            <a:off x="2724150" y="3876675"/>
            <a:ext cx="2133600" cy="971550"/>
          </a:xfrm>
          <a:prstGeom xmlns:a="http://schemas.openxmlformats.org/drawingml/2006/main" prst="diamond">
            <a:avLst/>
          </a:prstGeom>
          <a:solidFill xmlns:a="http://schemas.openxmlformats.org/drawingml/2006/main">
            <a:srgbClr val="292643"/>
          </a:solidFill>
          <a:ln xmlns:a="http://schemas.openxmlformats.org/drawingml/2006/main" w="13335">
            <a:solidFill>
              <a:srgbClr val="A38AFF"/>
            </a:solidFill>
            <a:prstDash val="solid"/>
          </a:ln>
        </p:spPr>
        <p:txBody>
          <a:bodyPr xmlns:a="http://schemas.openxmlformats.org/drawingml/2006/main" wrap="square" lIns="66675" tIns="38100" rIns="66675" bIns="38100" anchor="ctr">
            <a:noAutofit/>
          </a:bodyPr>
          <a:lstStyle xmlns:a="http://schemas.openxmlformats.org/drawingml/2006/main">
            <a:defPPr algn="ctr">
              <a:defRPr sz="1163" b="1">
                <a:solidFill>
                  <a:srgbClr val="F5F7FC"/>
                </a:solidFill>
                <a:latin typeface="Segoe UI"/>
                <a:ea typeface="Segoe UI"/>
                <a:cs typeface="Segoe UI"/>
              </a:defRPr>
            </a:defPPr>
            <a:lvl1pPr algn="ctr">
              <a:defRPr sz="1163" b="1">
                <a:solidFill>
                  <a:srgbClr val="F5F7FC"/>
                </a:solidFill>
                <a:latin typeface="Segoe UI"/>
                <a:ea typeface="Segoe UI"/>
                <a:cs typeface="Segoe UI"/>
              </a:defRPr>
            </a:lvl1pPr>
            <a:lvl2pPr algn="ctr">
              <a:defRPr sz="1163" b="1">
                <a:solidFill>
                  <a:srgbClr val="F5F7FC"/>
                </a:solidFill>
                <a:latin typeface="Segoe UI"/>
                <a:ea typeface="Segoe UI"/>
                <a:cs typeface="Segoe UI"/>
              </a:defRPr>
            </a:lvl2pPr>
            <a:lvl3pPr algn="ctr">
              <a:defRPr sz="1163" b="1">
                <a:solidFill>
                  <a:srgbClr val="F5F7FC"/>
                </a:solidFill>
                <a:latin typeface="Segoe UI"/>
                <a:ea typeface="Segoe UI"/>
                <a:cs typeface="Segoe UI"/>
              </a:defRPr>
            </a:lvl3pPr>
            <a:lvl4pPr algn="ctr">
              <a:defRPr sz="1163" b="1">
                <a:solidFill>
                  <a:srgbClr val="F5F7FC"/>
                </a:solidFill>
                <a:latin typeface="Segoe UI"/>
                <a:ea typeface="Segoe UI"/>
                <a:cs typeface="Segoe UI"/>
              </a:defRPr>
            </a:lvl4pPr>
            <a:lvl5pPr algn="ctr">
              <a:defRPr sz="1163" b="1">
                <a:solidFill>
                  <a:srgbClr val="F5F7FC"/>
                </a:solidFill>
                <a:latin typeface="Segoe UI"/>
                <a:ea typeface="Segoe UI"/>
                <a:cs typeface="Segoe UI"/>
              </a:defRPr>
            </a:lvl5pPr>
            <a:lvl6pPr algn="ctr">
              <a:defRPr sz="1163" b="1">
                <a:solidFill>
                  <a:srgbClr val="F5F7FC"/>
                </a:solidFill>
                <a:latin typeface="Segoe UI"/>
                <a:ea typeface="Segoe UI"/>
                <a:cs typeface="Segoe UI"/>
              </a:defRPr>
            </a:lvl6pPr>
            <a:lvl7pPr algn="ctr">
              <a:defRPr sz="1163" b="1">
                <a:solidFill>
                  <a:srgbClr val="F5F7FC"/>
                </a:solidFill>
                <a:latin typeface="Segoe UI"/>
                <a:ea typeface="Segoe UI"/>
                <a:cs typeface="Segoe UI"/>
              </a:defRPr>
            </a:lvl7pPr>
            <a:lvl8pPr algn="ctr">
              <a:defRPr sz="1163" b="1">
                <a:solidFill>
                  <a:srgbClr val="F5F7FC"/>
                </a:solidFill>
                <a:latin typeface="Segoe UI"/>
                <a:ea typeface="Segoe UI"/>
                <a:cs typeface="Segoe UI"/>
              </a:defRPr>
            </a:lvl8pPr>
            <a:lvl9pPr algn="ctr">
              <a:defRPr sz="1163" b="1">
                <a:solidFill>
                  <a:srgbClr val="F5F7FC"/>
                </a:solidFill>
                <a:latin typeface="Segoe UI"/>
                <a:ea typeface="Segoe UI"/>
                <a:cs typeface="Segoe UI"/>
              </a:defRPr>
            </a:lvl9pPr>
          </a:lstStyle>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score ≥ threshold</a:t>
            </a:r>
          </a:p>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OR attempts reach 2?</a:t>
            </a:r>
          </a:p>
        </p:txBody>
      </p:sp>
      <p:sp>
        <p:nvSpPr>
          <p:cNvPr id="17" name="scoring-flow-retry">
            <a:extLst xmlns:a="http://schemas.openxmlformats.org/drawingml/2006/main">
              <a:ext uri="{FF2B5EF4-FFF2-40B4-BE49-F238E27FC236}">
                <a16:creationId xmlns:a16="http://schemas.microsoft.com/office/drawing/2014/main" id="{B86C119E-3801-4945-9C29-5F80D6D2566B}"/>
              </a:ext>
            </a:extLst>
          </p:cNvPr>
          <p:cNvSpPr>
            <a:spLocks xmlns:a="http://schemas.openxmlformats.org/drawingml/2006/main" noGrp="1"/>
          </p:cNvSpPr>
          <p:nvPr/>
        </p:nvSpPr>
        <p:spPr>
          <a:xfrm xmlns:a="http://schemas.openxmlformats.org/drawingml/2006/main">
            <a:off x="5219700" y="3914775"/>
            <a:ext cx="2724150" cy="723900"/>
          </a:xfrm>
          <a:prstGeom xmlns:a="http://schemas.openxmlformats.org/drawingml/2006/main" prst="roundRect">
            <a:avLst>
              <a:gd name="adj" fmla="val 13158"/>
            </a:avLst>
          </a:prstGeom>
          <a:solidFill xmlns:a="http://schemas.openxmlformats.org/drawingml/2006/main">
            <a:srgbClr val="211A2B"/>
          </a:solidFill>
          <a:ln xmlns:a="http://schemas.openxmlformats.org/drawingml/2006/main" w="13335">
            <a:solidFill>
              <a:srgbClr val="FF7F91"/>
            </a:solidFill>
            <a:prstDash val="solid"/>
          </a:ln>
        </p:spPr>
        <p:txBody>
          <a:bodyPr xmlns:a="http://schemas.openxmlformats.org/drawingml/2006/main" wrap="square" lIns="66675" tIns="38100" rIns="66675" bIns="38100" anchor="ctr">
            <a:noAutofit/>
          </a:bodyPr>
          <a:lstStyle xmlns:a="http://schemas.openxmlformats.org/drawingml/2006/main">
            <a:defPPr algn="ctr">
              <a:defRPr sz="1088" b="1">
                <a:solidFill>
                  <a:srgbClr val="F5F7FC"/>
                </a:solidFill>
                <a:latin typeface="Segoe UI"/>
                <a:ea typeface="Segoe UI"/>
                <a:cs typeface="Segoe UI"/>
              </a:defRPr>
            </a:defPPr>
            <a:lvl1pPr algn="ctr">
              <a:defRPr sz="1088" b="1">
                <a:solidFill>
                  <a:srgbClr val="F5F7FC"/>
                </a:solidFill>
                <a:latin typeface="Segoe UI"/>
                <a:ea typeface="Segoe UI"/>
                <a:cs typeface="Segoe UI"/>
              </a:defRPr>
            </a:lvl1pPr>
            <a:lvl2pPr algn="ctr">
              <a:defRPr sz="1088" b="1">
                <a:solidFill>
                  <a:srgbClr val="F5F7FC"/>
                </a:solidFill>
                <a:latin typeface="Segoe UI"/>
                <a:ea typeface="Segoe UI"/>
                <a:cs typeface="Segoe UI"/>
              </a:defRPr>
            </a:lvl2pPr>
            <a:lvl3pPr algn="ctr">
              <a:defRPr sz="1088" b="1">
                <a:solidFill>
                  <a:srgbClr val="F5F7FC"/>
                </a:solidFill>
                <a:latin typeface="Segoe UI"/>
                <a:ea typeface="Segoe UI"/>
                <a:cs typeface="Segoe UI"/>
              </a:defRPr>
            </a:lvl3pPr>
            <a:lvl4pPr algn="ctr">
              <a:defRPr sz="1088" b="1">
                <a:solidFill>
                  <a:srgbClr val="F5F7FC"/>
                </a:solidFill>
                <a:latin typeface="Segoe UI"/>
                <a:ea typeface="Segoe UI"/>
                <a:cs typeface="Segoe UI"/>
              </a:defRPr>
            </a:lvl4pPr>
            <a:lvl5pPr algn="ctr">
              <a:defRPr sz="1088" b="1">
                <a:solidFill>
                  <a:srgbClr val="F5F7FC"/>
                </a:solidFill>
                <a:latin typeface="Segoe UI"/>
                <a:ea typeface="Segoe UI"/>
                <a:cs typeface="Segoe UI"/>
              </a:defRPr>
            </a:lvl5pPr>
            <a:lvl6pPr algn="ctr">
              <a:defRPr sz="1088" b="1">
                <a:solidFill>
                  <a:srgbClr val="F5F7FC"/>
                </a:solidFill>
                <a:latin typeface="Segoe UI"/>
                <a:ea typeface="Segoe UI"/>
                <a:cs typeface="Segoe UI"/>
              </a:defRPr>
            </a:lvl6pPr>
            <a:lvl7pPr algn="ctr">
              <a:defRPr sz="1088" b="1">
                <a:solidFill>
                  <a:srgbClr val="F5F7FC"/>
                </a:solidFill>
                <a:latin typeface="Segoe UI"/>
                <a:ea typeface="Segoe UI"/>
                <a:cs typeface="Segoe UI"/>
              </a:defRPr>
            </a:lvl7pPr>
            <a:lvl8pPr algn="ctr">
              <a:defRPr sz="1088" b="1">
                <a:solidFill>
                  <a:srgbClr val="F5F7FC"/>
                </a:solidFill>
                <a:latin typeface="Segoe UI"/>
                <a:ea typeface="Segoe UI"/>
                <a:cs typeface="Segoe UI"/>
              </a:defRPr>
            </a:lvl8pPr>
            <a:lvl9pPr algn="ctr">
              <a:defRPr sz="1088" b="1">
                <a:solidFill>
                  <a:srgbClr val="F5F7FC"/>
                </a:solidFill>
                <a:latin typeface="Segoe UI"/>
                <a:ea typeface="Segoe UI"/>
                <a:cs typeface="Segoe UI"/>
              </a:defRPr>
            </a:lvl9pPr>
          </a:lstStyle>
          <a:p xmlns:a="http://schemas.openxmlformats.org/drawingml/2006/main">
            <a:pPr algn="ctr">
              <a:defRPr sz="1088" b="1">
                <a:solidFill>
                  <a:srgbClr val="F5F7FC"/>
                </a:solidFill>
                <a:latin typeface="Segoe UI"/>
                <a:ea typeface="Segoe UI"/>
                <a:cs typeface="Segoe UI"/>
              </a:defRPr>
            </a:pPr>
            <a:r>
              <a:rPr sz="1088" b="1">
                <a:solidFill>
                  <a:srgbClr val="F5F7FC"/>
                </a:solidFill>
                <a:latin typeface="Segoe UI"/>
                <a:ea typeface="Segoe UI"/>
                <a:cs typeface="Segoe UI"/>
              </a:rPr>
              <a:t>NO · Tutor remediation</a:t>
            </a:r>
          </a:p>
          <a:p xmlns:a="http://schemas.openxmlformats.org/drawingml/2006/main">
            <a:pPr algn="ctr">
              <a:defRPr sz="1088" b="1">
                <a:solidFill>
                  <a:srgbClr val="F5F7FC"/>
                </a:solidFill>
                <a:latin typeface="Segoe UI"/>
                <a:ea typeface="Segoe UI"/>
                <a:cs typeface="Segoe UI"/>
              </a:defRPr>
            </a:pPr>
            <a:r>
              <a:rPr sz="1088" b="1">
                <a:solidFill>
                  <a:srgbClr val="F5F7FC"/>
                </a:solidFill>
                <a:latin typeface="Segoe UI"/>
                <a:ea typeface="Segoe UI"/>
                <a:cs typeface="Segoe UI"/>
              </a:rPr>
              <a:t>→ Reflection → Accessibility</a:t>
            </a:r>
          </a:p>
          <a:p xmlns:a="http://schemas.openxmlformats.org/drawingml/2006/main">
            <a:pPr algn="ctr">
              <a:defRPr sz="1088" b="1">
                <a:solidFill>
                  <a:srgbClr val="F5F7FC"/>
                </a:solidFill>
                <a:latin typeface="Segoe UI"/>
                <a:ea typeface="Segoe UI"/>
                <a:cs typeface="Segoe UI"/>
              </a:defRPr>
            </a:pPr>
            <a:r>
              <a:rPr sz="1088" b="1">
                <a:solidFill>
                  <a:srgbClr val="F5F7FC"/>
                </a:solidFill>
                <a:latin typeface="Segoe UI"/>
                <a:ea typeface="Segoe UI"/>
                <a:cs typeface="Segoe UI"/>
              </a:rPr>
              <a:t>Same question next turn</a:t>
            </a:r>
          </a:p>
        </p:txBody>
      </p:sp>
      <p:sp>
        <p:nvSpPr>
          <p:cNvPr id="18" name="scoring-flow-advance">
            <a:extLst xmlns:a="http://schemas.openxmlformats.org/drawingml/2006/main">
              <a:ext uri="{FF2B5EF4-FFF2-40B4-BE49-F238E27FC236}">
                <a16:creationId xmlns:a16="http://schemas.microsoft.com/office/drawing/2014/main" id="{3980C2C3-90B7-46D6-8F0C-77C41B535FAB}"/>
              </a:ext>
            </a:extLst>
          </p:cNvPr>
          <p:cNvSpPr>
            <a:spLocks xmlns:a="http://schemas.openxmlformats.org/drawingml/2006/main" noGrp="1"/>
          </p:cNvSpPr>
          <p:nvPr/>
        </p:nvSpPr>
        <p:spPr>
          <a:xfrm xmlns:a="http://schemas.openxmlformats.org/drawingml/2006/main">
            <a:off x="5219700" y="4810125"/>
            <a:ext cx="3371850" cy="609600"/>
          </a:xfrm>
          <a:prstGeom xmlns:a="http://schemas.openxmlformats.org/drawingml/2006/main" prst="roundRect">
            <a:avLst>
              <a:gd name="adj" fmla="val 15625"/>
            </a:avLst>
          </a:prstGeom>
          <a:solidFill xmlns:a="http://schemas.openxmlformats.org/drawingml/2006/main">
            <a:srgbClr val="202631"/>
          </a:solidFill>
          <a:ln xmlns:a="http://schemas.openxmlformats.org/drawingml/2006/main" w="13335">
            <a:solidFill>
              <a:srgbClr val="D4ED50"/>
            </a:solidFill>
            <a:prstDash val="solid"/>
          </a:ln>
        </p:spPr>
        <p:txBody>
          <a:bodyPr xmlns:a="http://schemas.openxmlformats.org/drawingml/2006/main" wrap="square" lIns="66675" tIns="38100" rIns="66675" bIns="38100" anchor="ctr">
            <a:noAutofit/>
          </a:bodyPr>
          <a:lstStyle xmlns:a="http://schemas.openxmlformats.org/drawingml/2006/main">
            <a:defPPr algn="ctr">
              <a:defRPr sz="1163" b="1">
                <a:solidFill>
                  <a:srgbClr val="F5F7FC"/>
                </a:solidFill>
                <a:latin typeface="Segoe UI"/>
                <a:ea typeface="Segoe UI"/>
                <a:cs typeface="Segoe UI"/>
              </a:defRPr>
            </a:defPPr>
            <a:lvl1pPr algn="ctr">
              <a:defRPr sz="1163" b="1">
                <a:solidFill>
                  <a:srgbClr val="F5F7FC"/>
                </a:solidFill>
                <a:latin typeface="Segoe UI"/>
                <a:ea typeface="Segoe UI"/>
                <a:cs typeface="Segoe UI"/>
              </a:defRPr>
            </a:lvl1pPr>
            <a:lvl2pPr algn="ctr">
              <a:defRPr sz="1163" b="1">
                <a:solidFill>
                  <a:srgbClr val="F5F7FC"/>
                </a:solidFill>
                <a:latin typeface="Segoe UI"/>
                <a:ea typeface="Segoe UI"/>
                <a:cs typeface="Segoe UI"/>
              </a:defRPr>
            </a:lvl2pPr>
            <a:lvl3pPr algn="ctr">
              <a:defRPr sz="1163" b="1">
                <a:solidFill>
                  <a:srgbClr val="F5F7FC"/>
                </a:solidFill>
                <a:latin typeface="Segoe UI"/>
                <a:ea typeface="Segoe UI"/>
                <a:cs typeface="Segoe UI"/>
              </a:defRPr>
            </a:lvl3pPr>
            <a:lvl4pPr algn="ctr">
              <a:defRPr sz="1163" b="1">
                <a:solidFill>
                  <a:srgbClr val="F5F7FC"/>
                </a:solidFill>
                <a:latin typeface="Segoe UI"/>
                <a:ea typeface="Segoe UI"/>
                <a:cs typeface="Segoe UI"/>
              </a:defRPr>
            </a:lvl4pPr>
            <a:lvl5pPr algn="ctr">
              <a:defRPr sz="1163" b="1">
                <a:solidFill>
                  <a:srgbClr val="F5F7FC"/>
                </a:solidFill>
                <a:latin typeface="Segoe UI"/>
                <a:ea typeface="Segoe UI"/>
                <a:cs typeface="Segoe UI"/>
              </a:defRPr>
            </a:lvl5pPr>
            <a:lvl6pPr algn="ctr">
              <a:defRPr sz="1163" b="1">
                <a:solidFill>
                  <a:srgbClr val="F5F7FC"/>
                </a:solidFill>
                <a:latin typeface="Segoe UI"/>
                <a:ea typeface="Segoe UI"/>
                <a:cs typeface="Segoe UI"/>
              </a:defRPr>
            </a:lvl6pPr>
            <a:lvl7pPr algn="ctr">
              <a:defRPr sz="1163" b="1">
                <a:solidFill>
                  <a:srgbClr val="F5F7FC"/>
                </a:solidFill>
                <a:latin typeface="Segoe UI"/>
                <a:ea typeface="Segoe UI"/>
                <a:cs typeface="Segoe UI"/>
              </a:defRPr>
            </a:lvl7pPr>
            <a:lvl8pPr algn="ctr">
              <a:defRPr sz="1163" b="1">
                <a:solidFill>
                  <a:srgbClr val="F5F7FC"/>
                </a:solidFill>
                <a:latin typeface="Segoe UI"/>
                <a:ea typeface="Segoe UI"/>
                <a:cs typeface="Segoe UI"/>
              </a:defRPr>
            </a:lvl8pPr>
            <a:lvl9pPr algn="ctr">
              <a:defRPr sz="1163" b="1">
                <a:solidFill>
                  <a:srgbClr val="F5F7FC"/>
                </a:solidFill>
                <a:latin typeface="Segoe UI"/>
                <a:ea typeface="Segoe UI"/>
                <a:cs typeface="Segoe UI"/>
              </a:defRPr>
            </a:lvl9pPr>
          </a:lstStyle>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YES / LIMIT · update model → next item</a:t>
            </a:r>
          </a:p>
          <a:p xmlns:a="http://schemas.openxmlformats.org/drawingml/2006/main">
            <a:pPr algn="ctr">
              <a:defRPr sz="1163" b="1">
                <a:solidFill>
                  <a:srgbClr val="F5F7FC"/>
                </a:solidFill>
                <a:latin typeface="Segoe UI"/>
                <a:ea typeface="Segoe UI"/>
                <a:cs typeface="Segoe UI"/>
              </a:defRPr>
            </a:pPr>
            <a:r>
              <a:rPr sz="1163" b="1">
                <a:solidFill>
                  <a:srgbClr val="F5F7FC"/>
                </a:solidFill>
                <a:latin typeface="Segoe UI"/>
                <a:ea typeface="Segoe UI"/>
                <a:cs typeface="Segoe UI"/>
              </a:rPr>
              <a:t>or Quiz Analyzer when complete</a:t>
            </a:r>
          </a:p>
        </p:txBody>
      </p:sp>
      <p:sp>
        <p:nvSpPr>
          <p:cNvPr id="22" name="scoring-flow-no-label">
            <a:extLst xmlns:a="http://schemas.openxmlformats.org/drawingml/2006/main">
              <a:ext uri="{FF2B5EF4-FFF2-40B4-BE49-F238E27FC236}">
                <a16:creationId xmlns:a16="http://schemas.microsoft.com/office/drawing/2014/main" id="{E8CADAF5-7191-4187-B216-444E97CAC1A5}"/>
              </a:ext>
            </a:extLst>
          </p:cNvPr>
          <p:cNvSpPr>
            <a:spLocks xmlns:a="http://schemas.openxmlformats.org/drawingml/2006/main" noGrp="1"/>
          </p:cNvSpPr>
          <p:nvPr/>
        </p:nvSpPr>
        <p:spPr>
          <a:xfrm xmlns:a="http://schemas.openxmlformats.org/drawingml/2006/main">
            <a:off x="4933950" y="4057650"/>
            <a:ext cx="228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63" b="1">
                <a:solidFill>
                  <a:srgbClr val="FF7F91"/>
                </a:solidFill>
                <a:latin typeface="Segoe UI"/>
                <a:ea typeface="Segoe UI"/>
                <a:cs typeface="Segoe UI"/>
              </a:defRPr>
            </a:defPPr>
            <a:lvl1pPr algn="l">
              <a:defRPr sz="863" b="1">
                <a:solidFill>
                  <a:srgbClr val="FF7F91"/>
                </a:solidFill>
                <a:latin typeface="Segoe UI"/>
                <a:ea typeface="Segoe UI"/>
                <a:cs typeface="Segoe UI"/>
              </a:defRPr>
            </a:lvl1pPr>
            <a:lvl2pPr algn="l">
              <a:defRPr sz="863" b="1">
                <a:solidFill>
                  <a:srgbClr val="FF7F91"/>
                </a:solidFill>
                <a:latin typeface="Segoe UI"/>
                <a:ea typeface="Segoe UI"/>
                <a:cs typeface="Segoe UI"/>
              </a:defRPr>
            </a:lvl2pPr>
            <a:lvl3pPr algn="l">
              <a:defRPr sz="863" b="1">
                <a:solidFill>
                  <a:srgbClr val="FF7F91"/>
                </a:solidFill>
                <a:latin typeface="Segoe UI"/>
                <a:ea typeface="Segoe UI"/>
                <a:cs typeface="Segoe UI"/>
              </a:defRPr>
            </a:lvl3pPr>
            <a:lvl4pPr algn="l">
              <a:defRPr sz="863" b="1">
                <a:solidFill>
                  <a:srgbClr val="FF7F91"/>
                </a:solidFill>
                <a:latin typeface="Segoe UI"/>
                <a:ea typeface="Segoe UI"/>
                <a:cs typeface="Segoe UI"/>
              </a:defRPr>
            </a:lvl4pPr>
            <a:lvl5pPr algn="l">
              <a:defRPr sz="863" b="1">
                <a:solidFill>
                  <a:srgbClr val="FF7F91"/>
                </a:solidFill>
                <a:latin typeface="Segoe UI"/>
                <a:ea typeface="Segoe UI"/>
                <a:cs typeface="Segoe UI"/>
              </a:defRPr>
            </a:lvl5pPr>
            <a:lvl6pPr algn="l">
              <a:defRPr sz="863" b="1">
                <a:solidFill>
                  <a:srgbClr val="FF7F91"/>
                </a:solidFill>
                <a:latin typeface="Segoe UI"/>
                <a:ea typeface="Segoe UI"/>
                <a:cs typeface="Segoe UI"/>
              </a:defRPr>
            </a:lvl6pPr>
            <a:lvl7pPr algn="l">
              <a:defRPr sz="863" b="1">
                <a:solidFill>
                  <a:srgbClr val="FF7F91"/>
                </a:solidFill>
                <a:latin typeface="Segoe UI"/>
                <a:ea typeface="Segoe UI"/>
                <a:cs typeface="Segoe UI"/>
              </a:defRPr>
            </a:lvl7pPr>
            <a:lvl8pPr algn="l">
              <a:defRPr sz="863" b="1">
                <a:solidFill>
                  <a:srgbClr val="FF7F91"/>
                </a:solidFill>
                <a:latin typeface="Segoe UI"/>
                <a:ea typeface="Segoe UI"/>
                <a:cs typeface="Segoe UI"/>
              </a:defRPr>
            </a:lvl8pPr>
            <a:lvl9pPr algn="l">
              <a:defRPr sz="863" b="1">
                <a:solidFill>
                  <a:srgbClr val="FF7F91"/>
                </a:solidFill>
                <a:latin typeface="Segoe UI"/>
                <a:ea typeface="Segoe UI"/>
                <a:cs typeface="Segoe UI"/>
              </a:defRPr>
            </a:lvl9pPr>
          </a:lstStyle>
          <a:p xmlns:a="http://schemas.openxmlformats.org/drawingml/2006/main">
            <a:pPr algn="l">
              <a:defRPr sz="863" b="1">
                <a:solidFill>
                  <a:srgbClr val="FF7F91"/>
                </a:solidFill>
                <a:latin typeface="Segoe UI"/>
                <a:ea typeface="Segoe UI"/>
                <a:cs typeface="Segoe UI"/>
              </a:defRPr>
            </a:pPr>
            <a:r>
              <a:rPr sz="863" b="1">
                <a:solidFill>
                  <a:srgbClr val="FF7F91"/>
                </a:solidFill>
                <a:latin typeface="Segoe UI"/>
                <a:ea typeface="Segoe UI"/>
                <a:cs typeface="Segoe UI"/>
              </a:rPr>
              <a:t>NO</a:t>
            </a:r>
          </a:p>
        </p:txBody>
      </p:sp>
      <p:sp>
        <p:nvSpPr>
          <p:cNvPr id="23" name="scoring-flow-yes-label">
            <a:extLst xmlns:a="http://schemas.openxmlformats.org/drawingml/2006/main">
              <a:ext uri="{FF2B5EF4-FFF2-40B4-BE49-F238E27FC236}">
                <a16:creationId xmlns:a16="http://schemas.microsoft.com/office/drawing/2014/main" id="{8971ED00-4CAD-4248-B7DC-7195128F47AD}"/>
              </a:ext>
            </a:extLst>
          </p:cNvPr>
          <p:cNvSpPr>
            <a:spLocks xmlns:a="http://schemas.openxmlformats.org/drawingml/2006/main" noGrp="1"/>
          </p:cNvSpPr>
          <p:nvPr/>
        </p:nvSpPr>
        <p:spPr>
          <a:xfrm xmlns:a="http://schemas.openxmlformats.org/drawingml/2006/main">
            <a:off x="4305300" y="5095875"/>
            <a:ext cx="7048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63" b="1">
                <a:solidFill>
                  <a:srgbClr val="D4ED50"/>
                </a:solidFill>
                <a:latin typeface="Segoe UI"/>
                <a:ea typeface="Segoe UI"/>
                <a:cs typeface="Segoe UI"/>
              </a:defRPr>
            </a:defPPr>
            <a:lvl1pPr algn="l">
              <a:defRPr sz="863" b="1">
                <a:solidFill>
                  <a:srgbClr val="D4ED50"/>
                </a:solidFill>
                <a:latin typeface="Segoe UI"/>
                <a:ea typeface="Segoe UI"/>
                <a:cs typeface="Segoe UI"/>
              </a:defRPr>
            </a:lvl1pPr>
            <a:lvl2pPr algn="l">
              <a:defRPr sz="863" b="1">
                <a:solidFill>
                  <a:srgbClr val="D4ED50"/>
                </a:solidFill>
                <a:latin typeface="Segoe UI"/>
                <a:ea typeface="Segoe UI"/>
                <a:cs typeface="Segoe UI"/>
              </a:defRPr>
            </a:lvl2pPr>
            <a:lvl3pPr algn="l">
              <a:defRPr sz="863" b="1">
                <a:solidFill>
                  <a:srgbClr val="D4ED50"/>
                </a:solidFill>
                <a:latin typeface="Segoe UI"/>
                <a:ea typeface="Segoe UI"/>
                <a:cs typeface="Segoe UI"/>
              </a:defRPr>
            </a:lvl3pPr>
            <a:lvl4pPr algn="l">
              <a:defRPr sz="863" b="1">
                <a:solidFill>
                  <a:srgbClr val="D4ED50"/>
                </a:solidFill>
                <a:latin typeface="Segoe UI"/>
                <a:ea typeface="Segoe UI"/>
                <a:cs typeface="Segoe UI"/>
              </a:defRPr>
            </a:lvl4pPr>
            <a:lvl5pPr algn="l">
              <a:defRPr sz="863" b="1">
                <a:solidFill>
                  <a:srgbClr val="D4ED50"/>
                </a:solidFill>
                <a:latin typeface="Segoe UI"/>
                <a:ea typeface="Segoe UI"/>
                <a:cs typeface="Segoe UI"/>
              </a:defRPr>
            </a:lvl5pPr>
            <a:lvl6pPr algn="l">
              <a:defRPr sz="863" b="1">
                <a:solidFill>
                  <a:srgbClr val="D4ED50"/>
                </a:solidFill>
                <a:latin typeface="Segoe UI"/>
                <a:ea typeface="Segoe UI"/>
                <a:cs typeface="Segoe UI"/>
              </a:defRPr>
            </a:lvl6pPr>
            <a:lvl7pPr algn="l">
              <a:defRPr sz="863" b="1">
                <a:solidFill>
                  <a:srgbClr val="D4ED50"/>
                </a:solidFill>
                <a:latin typeface="Segoe UI"/>
                <a:ea typeface="Segoe UI"/>
                <a:cs typeface="Segoe UI"/>
              </a:defRPr>
            </a:lvl7pPr>
            <a:lvl8pPr algn="l">
              <a:defRPr sz="863" b="1">
                <a:solidFill>
                  <a:srgbClr val="D4ED50"/>
                </a:solidFill>
                <a:latin typeface="Segoe UI"/>
                <a:ea typeface="Segoe UI"/>
                <a:cs typeface="Segoe UI"/>
              </a:defRPr>
            </a:lvl8pPr>
            <a:lvl9pPr algn="l">
              <a:defRPr sz="863" b="1">
                <a:solidFill>
                  <a:srgbClr val="D4ED50"/>
                </a:solidFill>
                <a:latin typeface="Segoe UI"/>
                <a:ea typeface="Segoe UI"/>
                <a:cs typeface="Segoe UI"/>
              </a:defRPr>
            </a:lvl9pPr>
          </a:lstStyle>
          <a:p xmlns:a="http://schemas.openxmlformats.org/drawingml/2006/main">
            <a:pPr algn="l">
              <a:defRPr sz="863" b="1">
                <a:solidFill>
                  <a:srgbClr val="D4ED50"/>
                </a:solidFill>
                <a:latin typeface="Segoe UI"/>
                <a:ea typeface="Segoe UI"/>
                <a:cs typeface="Segoe UI"/>
              </a:defRPr>
            </a:pPr>
            <a:r>
              <a:rPr sz="863" b="1">
                <a:solidFill>
                  <a:srgbClr val="D4ED50"/>
                </a:solidFill>
                <a:latin typeface="Segoe UI"/>
                <a:ea typeface="Segoe UI"/>
                <a:cs typeface="Segoe UI"/>
              </a:rPr>
              <a:t>YES / LIMIT</a:t>
            </a:r>
          </a:p>
        </p:txBody>
      </p:sp>
      <p:sp>
        <p:nvSpPr>
          <p:cNvPr id="24" name="mastery-formula-frame">
            <a:extLst xmlns:a="http://schemas.openxmlformats.org/drawingml/2006/main">
              <a:ext uri="{FF2B5EF4-FFF2-40B4-BE49-F238E27FC236}">
                <a16:creationId xmlns:a16="http://schemas.microsoft.com/office/drawing/2014/main" id="{82FFD73E-F09F-46A2-BF0E-E1A3A1ABFB2D}"/>
              </a:ext>
            </a:extLst>
          </p:cNvPr>
          <p:cNvSpPr>
            <a:spLocks xmlns:a="http://schemas.openxmlformats.org/drawingml/2006/main" noGrp="1"/>
          </p:cNvSpPr>
          <p:nvPr/>
        </p:nvSpPr>
        <p:spPr>
          <a:xfrm xmlns:a="http://schemas.openxmlformats.org/drawingml/2006/main">
            <a:off x="514350" y="5543550"/>
            <a:ext cx="11163300" cy="590550"/>
          </a:xfrm>
          <a:prstGeom xmlns:a="http://schemas.openxmlformats.org/drawingml/2006/main" prst="roundRect">
            <a:avLst>
              <a:gd name="adj" fmla="val 19355"/>
            </a:avLst>
          </a:prstGeom>
          <a:solidFill xmlns:a="http://schemas.openxmlformats.org/drawingml/2006/main">
            <a:srgbClr val="101827"/>
          </a:solidFill>
          <a:ln xmlns:a="http://schemas.openxmlformats.org/drawingml/2006/main" w="12383">
            <a:solidFill>
              <a:srgbClr val="D4ED50"/>
            </a:solidFill>
            <a:prstDash val="dash"/>
          </a:ln>
        </p:spPr>
      </p:sp>
      <p:sp>
        <p:nvSpPr>
          <p:cNvPr id="25" name="mastery-formula-title-detail">
            <a:extLst xmlns:a="http://schemas.openxmlformats.org/drawingml/2006/main">
              <a:ext uri="{FF2B5EF4-FFF2-40B4-BE49-F238E27FC236}">
                <a16:creationId xmlns:a16="http://schemas.microsoft.com/office/drawing/2014/main" id="{066995E5-E943-41EA-AAED-5D151EEF278C}"/>
              </a:ext>
            </a:extLst>
          </p:cNvPr>
          <p:cNvSpPr>
            <a:spLocks xmlns:a="http://schemas.openxmlformats.org/drawingml/2006/main" noGrp="1"/>
          </p:cNvSpPr>
          <p:nvPr/>
        </p:nvSpPr>
        <p:spPr>
          <a:xfrm xmlns:a="http://schemas.openxmlformats.org/drawingml/2006/main">
            <a:off x="685800" y="5610225"/>
            <a:ext cx="14763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00" b="1">
                <a:solidFill>
                  <a:srgbClr val="D4ED50"/>
                </a:solidFill>
                <a:latin typeface="Segoe UI"/>
                <a:ea typeface="Segoe UI"/>
                <a:cs typeface="Segoe UI"/>
              </a:defRPr>
            </a:defPPr>
            <a:lvl1pPr algn="l">
              <a:defRPr sz="900" b="1">
                <a:solidFill>
                  <a:srgbClr val="D4ED50"/>
                </a:solidFill>
                <a:latin typeface="Segoe UI"/>
                <a:ea typeface="Segoe UI"/>
                <a:cs typeface="Segoe UI"/>
              </a:defRPr>
            </a:lvl1pPr>
            <a:lvl2pPr algn="l">
              <a:defRPr sz="900" b="1">
                <a:solidFill>
                  <a:srgbClr val="D4ED50"/>
                </a:solidFill>
                <a:latin typeface="Segoe UI"/>
                <a:ea typeface="Segoe UI"/>
                <a:cs typeface="Segoe UI"/>
              </a:defRPr>
            </a:lvl2pPr>
            <a:lvl3pPr algn="l">
              <a:defRPr sz="900" b="1">
                <a:solidFill>
                  <a:srgbClr val="D4ED50"/>
                </a:solidFill>
                <a:latin typeface="Segoe UI"/>
                <a:ea typeface="Segoe UI"/>
                <a:cs typeface="Segoe UI"/>
              </a:defRPr>
            </a:lvl3pPr>
            <a:lvl4pPr algn="l">
              <a:defRPr sz="900" b="1">
                <a:solidFill>
                  <a:srgbClr val="D4ED50"/>
                </a:solidFill>
                <a:latin typeface="Segoe UI"/>
                <a:ea typeface="Segoe UI"/>
                <a:cs typeface="Segoe UI"/>
              </a:defRPr>
            </a:lvl4pPr>
            <a:lvl5pPr algn="l">
              <a:defRPr sz="900" b="1">
                <a:solidFill>
                  <a:srgbClr val="D4ED50"/>
                </a:solidFill>
                <a:latin typeface="Segoe UI"/>
                <a:ea typeface="Segoe UI"/>
                <a:cs typeface="Segoe UI"/>
              </a:defRPr>
            </a:lvl5pPr>
            <a:lvl6pPr algn="l">
              <a:defRPr sz="900" b="1">
                <a:solidFill>
                  <a:srgbClr val="D4ED50"/>
                </a:solidFill>
                <a:latin typeface="Segoe UI"/>
                <a:ea typeface="Segoe UI"/>
                <a:cs typeface="Segoe UI"/>
              </a:defRPr>
            </a:lvl6pPr>
            <a:lvl7pPr algn="l">
              <a:defRPr sz="900" b="1">
                <a:solidFill>
                  <a:srgbClr val="D4ED50"/>
                </a:solidFill>
                <a:latin typeface="Segoe UI"/>
                <a:ea typeface="Segoe UI"/>
                <a:cs typeface="Segoe UI"/>
              </a:defRPr>
            </a:lvl7pPr>
            <a:lvl8pPr algn="l">
              <a:defRPr sz="900" b="1">
                <a:solidFill>
                  <a:srgbClr val="D4ED50"/>
                </a:solidFill>
                <a:latin typeface="Segoe UI"/>
                <a:ea typeface="Segoe UI"/>
                <a:cs typeface="Segoe UI"/>
              </a:defRPr>
            </a:lvl8pPr>
            <a:lvl9pPr algn="l">
              <a:defRPr sz="900" b="1">
                <a:solidFill>
                  <a:srgbClr val="D4ED50"/>
                </a:solidFill>
                <a:latin typeface="Segoe UI"/>
                <a:ea typeface="Segoe UI"/>
                <a:cs typeface="Segoe UI"/>
              </a:defRPr>
            </a:lvl9pPr>
          </a:lstStyle>
          <a:p xmlns:a="http://schemas.openxmlformats.org/drawingml/2006/main">
            <a:pPr algn="l">
              <a:defRPr sz="900" b="1">
                <a:solidFill>
                  <a:srgbClr val="D4ED50"/>
                </a:solidFill>
                <a:latin typeface="Segoe UI"/>
                <a:ea typeface="Segoe UI"/>
                <a:cs typeface="Segoe UI"/>
              </a:defRPr>
            </a:pPr>
            <a:r>
              <a:rPr sz="900" b="1">
                <a:solidFill>
                  <a:srgbClr val="D4ED50"/>
                </a:solidFill>
                <a:latin typeface="Segoe UI"/>
                <a:ea typeface="Segoe UI"/>
                <a:cs typeface="Segoe UI"/>
              </a:rPr>
              <a:t>STUDENT MODEL</a:t>
            </a:r>
          </a:p>
        </p:txBody>
      </p:sp>
      <p:sp>
        <p:nvSpPr>
          <p:cNvPr id="26" name="mastery-formula-detail">
            <a:extLst xmlns:a="http://schemas.openxmlformats.org/drawingml/2006/main">
              <a:ext uri="{FF2B5EF4-FFF2-40B4-BE49-F238E27FC236}">
                <a16:creationId xmlns:a16="http://schemas.microsoft.com/office/drawing/2014/main" id="{6F16EFD4-E0AE-4A0B-9413-A83268AFD9AC}"/>
              </a:ext>
            </a:extLst>
          </p:cNvPr>
          <p:cNvSpPr>
            <a:spLocks xmlns:a="http://schemas.openxmlformats.org/drawingml/2006/main" noGrp="1"/>
          </p:cNvSpPr>
          <p:nvPr/>
        </p:nvSpPr>
        <p:spPr>
          <a:xfrm xmlns:a="http://schemas.openxmlformats.org/drawingml/2006/main">
            <a:off x="685800" y="5810250"/>
            <a:ext cx="51911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0" b="1">
                <a:solidFill>
                  <a:srgbClr val="F5F7FC"/>
                </a:solidFill>
                <a:latin typeface="Segoe UI"/>
                <a:ea typeface="Segoe UI"/>
                <a:cs typeface="Segoe UI"/>
              </a:defRPr>
            </a:defPPr>
            <a:lvl1pPr algn="l">
              <a:defRPr sz="1080" b="1">
                <a:solidFill>
                  <a:srgbClr val="F5F7FC"/>
                </a:solidFill>
                <a:latin typeface="Segoe UI"/>
                <a:ea typeface="Segoe UI"/>
                <a:cs typeface="Segoe UI"/>
              </a:defRPr>
            </a:lvl1pPr>
            <a:lvl2pPr algn="l">
              <a:defRPr sz="1080" b="1">
                <a:solidFill>
                  <a:srgbClr val="F5F7FC"/>
                </a:solidFill>
                <a:latin typeface="Segoe UI"/>
                <a:ea typeface="Segoe UI"/>
                <a:cs typeface="Segoe UI"/>
              </a:defRPr>
            </a:lvl2pPr>
            <a:lvl3pPr algn="l">
              <a:defRPr sz="1080" b="1">
                <a:solidFill>
                  <a:srgbClr val="F5F7FC"/>
                </a:solidFill>
                <a:latin typeface="Segoe UI"/>
                <a:ea typeface="Segoe UI"/>
                <a:cs typeface="Segoe UI"/>
              </a:defRPr>
            </a:lvl3pPr>
            <a:lvl4pPr algn="l">
              <a:defRPr sz="1080" b="1">
                <a:solidFill>
                  <a:srgbClr val="F5F7FC"/>
                </a:solidFill>
                <a:latin typeface="Segoe UI"/>
                <a:ea typeface="Segoe UI"/>
                <a:cs typeface="Segoe UI"/>
              </a:defRPr>
            </a:lvl4pPr>
            <a:lvl5pPr algn="l">
              <a:defRPr sz="1080" b="1">
                <a:solidFill>
                  <a:srgbClr val="F5F7FC"/>
                </a:solidFill>
                <a:latin typeface="Segoe UI"/>
                <a:ea typeface="Segoe UI"/>
                <a:cs typeface="Segoe UI"/>
              </a:defRPr>
            </a:lvl5pPr>
            <a:lvl6pPr algn="l">
              <a:defRPr sz="1080" b="1">
                <a:solidFill>
                  <a:srgbClr val="F5F7FC"/>
                </a:solidFill>
                <a:latin typeface="Segoe UI"/>
                <a:ea typeface="Segoe UI"/>
                <a:cs typeface="Segoe UI"/>
              </a:defRPr>
            </a:lvl6pPr>
            <a:lvl7pPr algn="l">
              <a:defRPr sz="1080" b="1">
                <a:solidFill>
                  <a:srgbClr val="F5F7FC"/>
                </a:solidFill>
                <a:latin typeface="Segoe UI"/>
                <a:ea typeface="Segoe UI"/>
                <a:cs typeface="Segoe UI"/>
              </a:defRPr>
            </a:lvl7pPr>
            <a:lvl8pPr algn="l">
              <a:defRPr sz="1080" b="1">
                <a:solidFill>
                  <a:srgbClr val="F5F7FC"/>
                </a:solidFill>
                <a:latin typeface="Segoe UI"/>
                <a:ea typeface="Segoe UI"/>
                <a:cs typeface="Segoe UI"/>
              </a:defRPr>
            </a:lvl8pPr>
            <a:lvl9pPr algn="l">
              <a:defRPr sz="1080" b="1">
                <a:solidFill>
                  <a:srgbClr val="F5F7FC"/>
                </a:solidFill>
                <a:latin typeface="Segoe UI"/>
                <a:ea typeface="Segoe UI"/>
                <a:cs typeface="Segoe UI"/>
              </a:defRPr>
            </a:lvl9pPr>
          </a:lstStyle>
          <a:p xmlns:a="http://schemas.openxmlformats.org/drawingml/2006/main">
            <a:pPr algn="l">
              <a:defRPr sz="1080" b="1">
                <a:solidFill>
                  <a:srgbClr val="F5F7FC"/>
                </a:solidFill>
                <a:latin typeface="Segoe UI"/>
                <a:ea typeface="Segoe UI"/>
                <a:cs typeface="Segoe UI"/>
              </a:defRPr>
            </a:pPr>
            <a:r>
              <a:rPr sz="1080" b="1">
                <a:solidFill>
                  <a:srgbClr val="F5F7FC"/>
                </a:solidFill>
                <a:latin typeface="Segoe UI"/>
                <a:ea typeface="Segoe UI"/>
                <a:cs typeface="Segoe UI"/>
              </a:rPr>
              <a:t>new = clamp(old + (score − old) × 0.25 × confidence, 0, 1)</a:t>
            </a:r>
          </a:p>
        </p:txBody>
      </p:sp>
      <p:sp>
        <p:nvSpPr>
          <p:cNvPr id="27" name="mastery-rules-detail">
            <a:extLst xmlns:a="http://schemas.openxmlformats.org/drawingml/2006/main">
              <a:ext uri="{FF2B5EF4-FFF2-40B4-BE49-F238E27FC236}">
                <a16:creationId xmlns:a16="http://schemas.microsoft.com/office/drawing/2014/main" id="{D03BA77E-5FA8-4882-B0CE-BFC5259CA7E0}"/>
              </a:ext>
            </a:extLst>
          </p:cNvPr>
          <p:cNvSpPr>
            <a:spLocks xmlns:a="http://schemas.openxmlformats.org/drawingml/2006/main" noGrp="1"/>
          </p:cNvSpPr>
          <p:nvPr/>
        </p:nvSpPr>
        <p:spPr>
          <a:xfrm xmlns:a="http://schemas.openxmlformats.org/drawingml/2006/main">
            <a:off x="6019800" y="5610225"/>
            <a:ext cx="5467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885">
                <a:solidFill>
                  <a:srgbClr val="CFD7E6"/>
                </a:solidFill>
                <a:latin typeface="Segoe UI"/>
                <a:ea typeface="Segoe UI"/>
                <a:cs typeface="Segoe UI"/>
              </a:defRPr>
            </a:defPPr>
            <a:lvl1pPr algn="l">
              <a:defRPr sz="885">
                <a:solidFill>
                  <a:srgbClr val="CFD7E6"/>
                </a:solidFill>
                <a:latin typeface="Segoe UI"/>
                <a:ea typeface="Segoe UI"/>
                <a:cs typeface="Segoe UI"/>
              </a:defRPr>
            </a:lvl1pPr>
            <a:lvl2pPr algn="l">
              <a:defRPr sz="885">
                <a:solidFill>
                  <a:srgbClr val="CFD7E6"/>
                </a:solidFill>
                <a:latin typeface="Segoe UI"/>
                <a:ea typeface="Segoe UI"/>
                <a:cs typeface="Segoe UI"/>
              </a:defRPr>
            </a:lvl2pPr>
            <a:lvl3pPr algn="l">
              <a:defRPr sz="885">
                <a:solidFill>
                  <a:srgbClr val="CFD7E6"/>
                </a:solidFill>
                <a:latin typeface="Segoe UI"/>
                <a:ea typeface="Segoe UI"/>
                <a:cs typeface="Segoe UI"/>
              </a:defRPr>
            </a:lvl3pPr>
            <a:lvl4pPr algn="l">
              <a:defRPr sz="885">
                <a:solidFill>
                  <a:srgbClr val="CFD7E6"/>
                </a:solidFill>
                <a:latin typeface="Segoe UI"/>
                <a:ea typeface="Segoe UI"/>
                <a:cs typeface="Segoe UI"/>
              </a:defRPr>
            </a:lvl4pPr>
            <a:lvl5pPr algn="l">
              <a:defRPr sz="885">
                <a:solidFill>
                  <a:srgbClr val="CFD7E6"/>
                </a:solidFill>
                <a:latin typeface="Segoe UI"/>
                <a:ea typeface="Segoe UI"/>
                <a:cs typeface="Segoe UI"/>
              </a:defRPr>
            </a:lvl5pPr>
            <a:lvl6pPr algn="l">
              <a:defRPr sz="885">
                <a:solidFill>
                  <a:srgbClr val="CFD7E6"/>
                </a:solidFill>
                <a:latin typeface="Segoe UI"/>
                <a:ea typeface="Segoe UI"/>
                <a:cs typeface="Segoe UI"/>
              </a:defRPr>
            </a:lvl6pPr>
            <a:lvl7pPr algn="l">
              <a:defRPr sz="885">
                <a:solidFill>
                  <a:srgbClr val="CFD7E6"/>
                </a:solidFill>
                <a:latin typeface="Segoe UI"/>
                <a:ea typeface="Segoe UI"/>
                <a:cs typeface="Segoe UI"/>
              </a:defRPr>
            </a:lvl7pPr>
            <a:lvl8pPr algn="l">
              <a:defRPr sz="885">
                <a:solidFill>
                  <a:srgbClr val="CFD7E6"/>
                </a:solidFill>
                <a:latin typeface="Segoe UI"/>
                <a:ea typeface="Segoe UI"/>
                <a:cs typeface="Segoe UI"/>
              </a:defRPr>
            </a:lvl8pPr>
            <a:lvl9pPr algn="l">
              <a:defRPr sz="885">
                <a:solidFill>
                  <a:srgbClr val="CFD7E6"/>
                </a:solidFill>
                <a:latin typeface="Segoe UI"/>
                <a:ea typeface="Segoe UI"/>
                <a:cs typeface="Segoe UI"/>
              </a:defRPr>
            </a:lvl9pPr>
          </a:lstStyle>
          <a:p xmlns:a="http://schemas.openxmlformats.org/drawingml/2006/main">
            <a:pPr algn="l">
              <a:defRPr sz="885">
                <a:solidFill>
                  <a:srgbClr val="CFD7E6"/>
                </a:solidFill>
                <a:latin typeface="Segoe UI"/>
                <a:ea typeface="Segoe UI"/>
                <a:cs typeface="Segoe UI"/>
              </a:defRPr>
            </a:pPr>
            <a:r>
              <a:rPr sz="885">
                <a:solidFill>
                  <a:srgbClr val="CFD7E6"/>
                </a:solidFill>
                <a:latin typeface="Segoe UI"/>
                <a:ea typeface="Segoe UI"/>
                <a:cs typeface="Segoe UI"/>
              </a:rPr>
              <a:t>Threshold 0.6 · max 2 attempts · confidence 0.5 + 0.05/attempt (cap 1.0) · decay 0.005/day. Retry limit can advance below pass. Cursor blocks duplicate updates; only valid concept UUIDs in unscoped quizzes update global mastery.</a:t>
            </a:r>
          </a:p>
        </p:txBody>
      </p:sp>
    </p:spTree>
    <p:extLst>
      <p:ext uri="{BB962C8B-B14F-4D97-AF65-F5344CB8AC3E}">
        <p14:creationId xmlns:p14="http://schemas.microsoft.com/office/powerpoint/2010/main" val="535804989"/>
      </p:ext>
    </p:extLst>
  </p:cSld>
</p:sld>
</file>

<file path=ppt/slides/slide10.xml><?xml version="1.0" encoding="utf-8"?>
<p:sld xmlns:p="http://schemas.openxmlformats.org/presentationml/2006/main">
  <p:cSld>
    <p:bg>
      <p:bgPr>
        <a:gradFill xmlns:a="http://schemas.openxmlformats.org/drawingml/2006/main">
          <a:gsLst>
            <a:gs pos="0">
              <a:srgbClr val="090C16"/>
            </a:gs>
            <a:gs pos="100000">
              <a:srgbClr val="151A2E"/>
            </a:gs>
          </a:gsLst>
          <a:lin ang="6720000"/>
        </a:gradFill>
      </p:bgPr>
    </p:bg>
    <p:spTree>
      <p:nvGrpSpPr>
        <p:cNvPr id="1" name=""/>
        <p:cNvGrpSpPr/>
        <p:nvPr/>
      </p:nvGrpSpPr>
      <p:grpSpPr>
        <a:xfrm xmlns:a="http://schemas.openxmlformats.org/drawingml/2006/main"/>
      </p:grpSpPr>
      <p:sp>
        <p:nvSpPr>
          <p:cNvPr id="39" name="eyebrow-10  /  ANALYSIS &amp; PERSISTENCE DETAIL">
            <a:extLst xmlns:a="http://schemas.openxmlformats.org/drawingml/2006/main">
              <a:ext uri="{FF2B5EF4-FFF2-40B4-BE49-F238E27FC236}">
                <a16:creationId xmlns:a16="http://schemas.microsoft.com/office/drawing/2014/main" id="{5A686D4F-08BA-44E0-BFF8-74295D70FCF0}"/>
              </a:ext>
            </a:extLst>
          </p:cNvPr>
          <p:cNvSpPr>
            <a:spLocks xmlns:a="http://schemas.openxmlformats.org/drawingml/2006/main" noGrp="1"/>
          </p:cNvSpPr>
          <p:nvPr/>
        </p:nvSpPr>
        <p:spPr>
          <a:xfrm xmlns:a="http://schemas.openxmlformats.org/drawingml/2006/main">
            <a:off x="590550" y="24765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50" b="1">
                <a:solidFill>
                  <a:srgbClr val="37C9C4"/>
                </a:solidFill>
                <a:latin typeface="Segoe UI"/>
                <a:ea typeface="Segoe UI"/>
                <a:cs typeface="Segoe UI"/>
              </a:defRPr>
            </a:defPPr>
            <a:lvl1pPr algn="l">
              <a:defRPr sz="1050" b="1">
                <a:solidFill>
                  <a:srgbClr val="37C9C4"/>
                </a:solidFill>
                <a:latin typeface="Segoe UI"/>
                <a:ea typeface="Segoe UI"/>
                <a:cs typeface="Segoe UI"/>
              </a:defRPr>
            </a:lvl1pPr>
            <a:lvl2pPr algn="l">
              <a:defRPr sz="1050" b="1">
                <a:solidFill>
                  <a:srgbClr val="37C9C4"/>
                </a:solidFill>
                <a:latin typeface="Segoe UI"/>
                <a:ea typeface="Segoe UI"/>
                <a:cs typeface="Segoe UI"/>
              </a:defRPr>
            </a:lvl2pPr>
            <a:lvl3pPr algn="l">
              <a:defRPr sz="1050" b="1">
                <a:solidFill>
                  <a:srgbClr val="37C9C4"/>
                </a:solidFill>
                <a:latin typeface="Segoe UI"/>
                <a:ea typeface="Segoe UI"/>
                <a:cs typeface="Segoe UI"/>
              </a:defRPr>
            </a:lvl3pPr>
            <a:lvl4pPr algn="l">
              <a:defRPr sz="1050" b="1">
                <a:solidFill>
                  <a:srgbClr val="37C9C4"/>
                </a:solidFill>
                <a:latin typeface="Segoe UI"/>
                <a:ea typeface="Segoe UI"/>
                <a:cs typeface="Segoe UI"/>
              </a:defRPr>
            </a:lvl4pPr>
            <a:lvl5pPr algn="l">
              <a:defRPr sz="1050" b="1">
                <a:solidFill>
                  <a:srgbClr val="37C9C4"/>
                </a:solidFill>
                <a:latin typeface="Segoe UI"/>
                <a:ea typeface="Segoe UI"/>
                <a:cs typeface="Segoe UI"/>
              </a:defRPr>
            </a:lvl5pPr>
            <a:lvl6pPr algn="l">
              <a:defRPr sz="1050" b="1">
                <a:solidFill>
                  <a:srgbClr val="37C9C4"/>
                </a:solidFill>
                <a:latin typeface="Segoe UI"/>
                <a:ea typeface="Segoe UI"/>
                <a:cs typeface="Segoe UI"/>
              </a:defRPr>
            </a:lvl6pPr>
            <a:lvl7pPr algn="l">
              <a:defRPr sz="1050" b="1">
                <a:solidFill>
                  <a:srgbClr val="37C9C4"/>
                </a:solidFill>
                <a:latin typeface="Segoe UI"/>
                <a:ea typeface="Segoe UI"/>
                <a:cs typeface="Segoe UI"/>
              </a:defRPr>
            </a:lvl7pPr>
            <a:lvl8pPr algn="l">
              <a:defRPr sz="1050" b="1">
                <a:solidFill>
                  <a:srgbClr val="37C9C4"/>
                </a:solidFill>
                <a:latin typeface="Segoe UI"/>
                <a:ea typeface="Segoe UI"/>
                <a:cs typeface="Segoe UI"/>
              </a:defRPr>
            </a:lvl8pPr>
            <a:lvl9pPr algn="l">
              <a:defRPr sz="1050" b="1">
                <a:solidFill>
                  <a:srgbClr val="37C9C4"/>
                </a:solidFill>
                <a:latin typeface="Segoe UI"/>
                <a:ea typeface="Segoe UI"/>
                <a:cs typeface="Segoe UI"/>
              </a:defRPr>
            </a:lvl9pPr>
          </a:lstStyle>
          <a:p xmlns:a="http://schemas.openxmlformats.org/drawingml/2006/main">
            <a:pPr algn="l">
              <a:defRPr sz="1050" b="1">
                <a:solidFill>
                  <a:srgbClr val="37C9C4"/>
                </a:solidFill>
                <a:latin typeface="Segoe UI"/>
                <a:ea typeface="Segoe UI"/>
                <a:cs typeface="Segoe UI"/>
              </a:defRPr>
            </a:pPr>
            <a:r>
              <a:rPr sz="1050" b="1">
                <a:solidFill>
                  <a:srgbClr val="37C9C4"/>
                </a:solidFill>
                <a:latin typeface="Segoe UI"/>
                <a:ea typeface="Segoe UI"/>
                <a:cs typeface="Segoe UI"/>
              </a:rPr>
              <a:t>KODMOD  /  10  /  ANALYSIS &amp; PERSISTENCE DETAIL</a:t>
            </a:r>
          </a:p>
        </p:txBody>
      </p:sp>
      <p:sp>
        <p:nvSpPr>
          <p:cNvPr id="2" name="title-10  /  ANALYSIS &amp; PERSISTENCE DETAIL">
            <a:extLst xmlns:a="http://schemas.openxmlformats.org/drawingml/2006/main">
              <a:ext uri="{FF2B5EF4-FFF2-40B4-BE49-F238E27FC236}">
                <a16:creationId xmlns:a16="http://schemas.microsoft.com/office/drawing/2014/main" id="{569E85EA-5155-4FAA-A471-84A6D7B9309B}"/>
              </a:ext>
            </a:extLst>
          </p:cNvPr>
          <p:cNvSpPr>
            <a:spLocks xmlns:a="http://schemas.openxmlformats.org/drawingml/2006/main" noGrp="1"/>
          </p:cNvSpPr>
          <p:nvPr/>
        </p:nvSpPr>
        <p:spPr>
          <a:xfrm xmlns:a="http://schemas.openxmlformats.org/drawingml/2006/main">
            <a:off x="590550" y="495300"/>
            <a:ext cx="11049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925" b="1">
                <a:solidFill>
                  <a:srgbClr val="F5F7FC"/>
                </a:solidFill>
                <a:latin typeface="Segoe UI"/>
                <a:ea typeface="Segoe UI"/>
                <a:cs typeface="Segoe UI"/>
              </a:defRPr>
            </a:defPPr>
            <a:lvl1pPr algn="l">
              <a:defRPr sz="2925" b="1">
                <a:solidFill>
                  <a:srgbClr val="F5F7FC"/>
                </a:solidFill>
                <a:latin typeface="Segoe UI"/>
                <a:ea typeface="Segoe UI"/>
                <a:cs typeface="Segoe UI"/>
              </a:defRPr>
            </a:lvl1pPr>
            <a:lvl2pPr algn="l">
              <a:defRPr sz="2925" b="1">
                <a:solidFill>
                  <a:srgbClr val="F5F7FC"/>
                </a:solidFill>
                <a:latin typeface="Segoe UI"/>
                <a:ea typeface="Segoe UI"/>
                <a:cs typeface="Segoe UI"/>
              </a:defRPr>
            </a:lvl2pPr>
            <a:lvl3pPr algn="l">
              <a:defRPr sz="2925" b="1">
                <a:solidFill>
                  <a:srgbClr val="F5F7FC"/>
                </a:solidFill>
                <a:latin typeface="Segoe UI"/>
                <a:ea typeface="Segoe UI"/>
                <a:cs typeface="Segoe UI"/>
              </a:defRPr>
            </a:lvl3pPr>
            <a:lvl4pPr algn="l">
              <a:defRPr sz="2925" b="1">
                <a:solidFill>
                  <a:srgbClr val="F5F7FC"/>
                </a:solidFill>
                <a:latin typeface="Segoe UI"/>
                <a:ea typeface="Segoe UI"/>
                <a:cs typeface="Segoe UI"/>
              </a:defRPr>
            </a:lvl4pPr>
            <a:lvl5pPr algn="l">
              <a:defRPr sz="2925" b="1">
                <a:solidFill>
                  <a:srgbClr val="F5F7FC"/>
                </a:solidFill>
                <a:latin typeface="Segoe UI"/>
                <a:ea typeface="Segoe UI"/>
                <a:cs typeface="Segoe UI"/>
              </a:defRPr>
            </a:lvl5pPr>
            <a:lvl6pPr algn="l">
              <a:defRPr sz="2925" b="1">
                <a:solidFill>
                  <a:srgbClr val="F5F7FC"/>
                </a:solidFill>
                <a:latin typeface="Segoe UI"/>
                <a:ea typeface="Segoe UI"/>
                <a:cs typeface="Segoe UI"/>
              </a:defRPr>
            </a:lvl6pPr>
            <a:lvl7pPr algn="l">
              <a:defRPr sz="2925" b="1">
                <a:solidFill>
                  <a:srgbClr val="F5F7FC"/>
                </a:solidFill>
                <a:latin typeface="Segoe UI"/>
                <a:ea typeface="Segoe UI"/>
                <a:cs typeface="Segoe UI"/>
              </a:defRPr>
            </a:lvl7pPr>
            <a:lvl8pPr algn="l">
              <a:defRPr sz="2925" b="1">
                <a:solidFill>
                  <a:srgbClr val="F5F7FC"/>
                </a:solidFill>
                <a:latin typeface="Segoe UI"/>
                <a:ea typeface="Segoe UI"/>
                <a:cs typeface="Segoe UI"/>
              </a:defRPr>
            </a:lvl8pPr>
            <a:lvl9pPr algn="l">
              <a:defRPr sz="2925" b="1">
                <a:solidFill>
                  <a:srgbClr val="F5F7FC"/>
                </a:solidFill>
                <a:latin typeface="Segoe UI"/>
                <a:ea typeface="Segoe UI"/>
                <a:cs typeface="Segoe UI"/>
              </a:defRPr>
            </a:lvl9pPr>
          </a:lstStyle>
          <a:p xmlns:a="http://schemas.openxmlformats.org/drawingml/2006/main">
            <a:pPr algn="l">
              <a:defRPr sz="2925" b="1">
                <a:solidFill>
                  <a:srgbClr val="F5F7FC"/>
                </a:solidFill>
                <a:latin typeface="Segoe UI"/>
                <a:ea typeface="Segoe UI"/>
                <a:cs typeface="Segoe UI"/>
              </a:defRPr>
            </a:pPr>
            <a:r>
              <a:rPr sz="2925" b="1">
                <a:solidFill>
                  <a:srgbClr val="F5F7FC"/>
                </a:solidFill>
                <a:latin typeface="Segoe UI"/>
                <a:ea typeface="Segoe UI"/>
                <a:cs typeface="Segoe UI"/>
              </a:rPr>
              <a:t>How quiz evidence becomes the next learning action</a:t>
            </a:r>
          </a:p>
        </p:txBody>
      </p:sp>
      <p:sp>
        <p:nvSpPr>
          <p:cNvPr id="3" name="subtitle-10  /  ANALYSIS &amp; PERSISTENCE DETAIL">
            <a:extLst xmlns:a="http://schemas.openxmlformats.org/drawingml/2006/main">
              <a:ext uri="{FF2B5EF4-FFF2-40B4-BE49-F238E27FC236}">
                <a16:creationId xmlns:a16="http://schemas.microsoft.com/office/drawing/2014/main" id="{A79CF035-C1DC-4CC5-AF1E-304947925FD9}"/>
              </a:ext>
            </a:extLst>
          </p:cNvPr>
          <p:cNvSpPr>
            <a:spLocks xmlns:a="http://schemas.openxmlformats.org/drawingml/2006/main" noGrp="1"/>
          </p:cNvSpPr>
          <p:nvPr/>
        </p:nvSpPr>
        <p:spPr>
          <a:xfrm xmlns:a="http://schemas.openxmlformats.org/drawingml/2006/main">
            <a:off x="609600" y="1028700"/>
            <a:ext cx="1095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a:solidFill>
                  <a:srgbClr val="9AA8BC"/>
                </a:solidFill>
                <a:latin typeface="Segoe UI"/>
                <a:ea typeface="Segoe UI"/>
                <a:cs typeface="Segoe UI"/>
              </a:defRPr>
            </a:defPPr>
            <a:lvl1pPr algn="l">
              <a:defRPr sz="1425">
                <a:solidFill>
                  <a:srgbClr val="9AA8BC"/>
                </a:solidFill>
                <a:latin typeface="Segoe UI"/>
                <a:ea typeface="Segoe UI"/>
                <a:cs typeface="Segoe UI"/>
              </a:defRPr>
            </a:lvl1pPr>
            <a:lvl2pPr algn="l">
              <a:defRPr sz="1425">
                <a:solidFill>
                  <a:srgbClr val="9AA8BC"/>
                </a:solidFill>
                <a:latin typeface="Segoe UI"/>
                <a:ea typeface="Segoe UI"/>
                <a:cs typeface="Segoe UI"/>
              </a:defRPr>
            </a:lvl2pPr>
            <a:lvl3pPr algn="l">
              <a:defRPr sz="1425">
                <a:solidFill>
                  <a:srgbClr val="9AA8BC"/>
                </a:solidFill>
                <a:latin typeface="Segoe UI"/>
                <a:ea typeface="Segoe UI"/>
                <a:cs typeface="Segoe UI"/>
              </a:defRPr>
            </a:lvl3pPr>
            <a:lvl4pPr algn="l">
              <a:defRPr sz="1425">
                <a:solidFill>
                  <a:srgbClr val="9AA8BC"/>
                </a:solidFill>
                <a:latin typeface="Segoe UI"/>
                <a:ea typeface="Segoe UI"/>
                <a:cs typeface="Segoe UI"/>
              </a:defRPr>
            </a:lvl4pPr>
            <a:lvl5pPr algn="l">
              <a:defRPr sz="1425">
                <a:solidFill>
                  <a:srgbClr val="9AA8BC"/>
                </a:solidFill>
                <a:latin typeface="Segoe UI"/>
                <a:ea typeface="Segoe UI"/>
                <a:cs typeface="Segoe UI"/>
              </a:defRPr>
            </a:lvl5pPr>
            <a:lvl6pPr algn="l">
              <a:defRPr sz="1425">
                <a:solidFill>
                  <a:srgbClr val="9AA8BC"/>
                </a:solidFill>
                <a:latin typeface="Segoe UI"/>
                <a:ea typeface="Segoe UI"/>
                <a:cs typeface="Segoe UI"/>
              </a:defRPr>
            </a:lvl6pPr>
            <a:lvl7pPr algn="l">
              <a:defRPr sz="1425">
                <a:solidFill>
                  <a:srgbClr val="9AA8BC"/>
                </a:solidFill>
                <a:latin typeface="Segoe UI"/>
                <a:ea typeface="Segoe UI"/>
                <a:cs typeface="Segoe UI"/>
              </a:defRPr>
            </a:lvl7pPr>
            <a:lvl8pPr algn="l">
              <a:defRPr sz="1425">
                <a:solidFill>
                  <a:srgbClr val="9AA8BC"/>
                </a:solidFill>
                <a:latin typeface="Segoe UI"/>
                <a:ea typeface="Segoe UI"/>
                <a:cs typeface="Segoe UI"/>
              </a:defRPr>
            </a:lvl8pPr>
            <a:lvl9pPr algn="l">
              <a:defRPr sz="1425">
                <a:solidFill>
                  <a:srgbClr val="9AA8BC"/>
                </a:solidFill>
                <a:latin typeface="Segoe UI"/>
                <a:ea typeface="Segoe UI"/>
                <a:cs typeface="Segoe UI"/>
              </a:defRPr>
            </a:lvl9pPr>
          </a:lstStyle>
          <a:p xmlns:a="http://schemas.openxmlformats.org/drawingml/2006/main">
            <a:pPr algn="l">
              <a:defRPr sz="1425">
                <a:solidFill>
                  <a:srgbClr val="9AA8BC"/>
                </a:solidFill>
                <a:latin typeface="Segoe UI"/>
                <a:ea typeface="Segoe UI"/>
                <a:cs typeface="Segoe UI"/>
              </a:defRPr>
            </a:pPr>
            <a:r>
              <a:rPr sz="1425">
                <a:solidFill>
                  <a:srgbClr val="9AA8BC"/>
                </a:solidFill>
                <a:latin typeface="Segoe UI"/>
                <a:ea typeface="Segoe UI"/>
                <a:cs typeface="Segoe UI"/>
              </a:rPr>
              <a:t>The analyzer enriches graph state; analytics and recommendations shape the summary; each store has a separate persistence role.</a:t>
            </a:r>
          </a:p>
        </p:txBody>
      </p:sp>
      <p:sp>
        <p:nvSpPr>
          <p:cNvPr id="4" name="analysis-postgres-logo-tile">
            <a:extLst xmlns:a="http://schemas.openxmlformats.org/drawingml/2006/main">
              <a:ext uri="{FF2B5EF4-FFF2-40B4-BE49-F238E27FC236}">
                <a16:creationId xmlns:a16="http://schemas.microsoft.com/office/drawing/2014/main" id="{5416EA64-8583-4905-A4AB-36AA6A0D5894}"/>
              </a:ext>
            </a:extLst>
          </p:cNvPr>
          <p:cNvSpPr>
            <a:spLocks xmlns:a="http://schemas.openxmlformats.org/drawingml/2006/main" noGrp="1"/>
          </p:cNvSpPr>
          <p:nvPr/>
        </p:nvSpPr>
        <p:spPr>
          <a:xfrm xmlns:a="http://schemas.openxmlformats.org/drawingml/2006/main">
            <a:off x="11268075" y="552450"/>
            <a:ext cx="295275" cy="295275"/>
          </a:xfrm>
          <a:prstGeom xmlns:a="http://schemas.openxmlformats.org/drawingml/2006/main" prst="roundRect">
            <a:avLst>
              <a:gd name="adj" fmla="val 22581"/>
            </a:avLst>
          </a:prstGeom>
          <a:solidFill xmlns:a="http://schemas.openxmlformats.org/drawingml/2006/main">
            <a:srgbClr val="FFFFFF"/>
          </a:solidFill>
          <a:ln xmlns:a="http://schemas.openxmlformats.org/drawingml/2006/main" w="4763">
            <a:solidFill>
              <a:srgbClr val="FFFFFF"/>
            </a:solidFill>
            <a:prstDash val="solid"/>
          </a:ln>
        </p:spPr>
      </p:sp>
      <p:pic>
        <p:nvPicPr>
          <p:cNvPr id="5" name="">
            <a:extLst xmlns:a="http://schemas.openxmlformats.org/drawingml/2006/main">
              <a:ext uri="{FF2B5EF4-FFF2-40B4-BE49-F238E27FC236}">
                <a16:creationId xmlns:a16="http://schemas.microsoft.com/office/drawing/2014/main" id="{CA896D7F-7EE2-43F4-B325-0BD42146B0CC}"/>
              </a:ext>
            </a:extLst>
          </p:cNvPr>
          <p:cNvPicPr>
            <a:picLocks xmlns:a="http://schemas.openxmlformats.org/drawingml/2006/main" noChangeAspect="1"/>
          </p:cNvPicPr>
          <p:nvPr/>
        </p:nvPicPr>
        <p:blipFill>
          <a:blip xmlns:r="http://schemas.openxmlformats.org/officeDocument/2006/relationships" xmlns:a="http://schemas.openxmlformats.org/drawingml/2006/main" r:embed="R1241ab3cd46841a4">
            <a:extLst>
              <a:ext uri="{96DAC541-7B7A-43D3-8B79-37D633B846F1}">
                <asvg:svgBlip xmlns:asvg="http://schemas.microsoft.com/office/drawing/2016/SVG/main" r:embed="R617767b7e8ec47a5"/>
              </a:ext>
            </a:extLst>
          </a:blip>
          <a:stretch xmlns:a="http://schemas.openxmlformats.org/drawingml/2006/main"/>
        </p:blipFill>
        <p:spPr>
          <a:xfrm xmlns:a="http://schemas.openxmlformats.org/drawingml/2006/main">
            <a:off x="11315700" y="600075"/>
            <a:ext cx="200025" cy="200025"/>
          </a:xfrm>
          <a:prstGeom xmlns:a="http://schemas.openxmlformats.org/drawingml/2006/main" prst="rect">
            <a:avLst/>
          </a:prstGeom>
        </p:spPr>
      </p:pic>
      <p:sp>
        <p:nvSpPr>
          <p:cNvPr id="6" name="analysis-analyzer-detail">
            <a:extLst xmlns:a="http://schemas.openxmlformats.org/drawingml/2006/main">
              <a:ext uri="{FF2B5EF4-FFF2-40B4-BE49-F238E27FC236}">
                <a16:creationId xmlns:a16="http://schemas.microsoft.com/office/drawing/2014/main" id="{0F3F86F8-8F3C-49EF-BE90-E5E64745DA6A}"/>
              </a:ext>
            </a:extLst>
          </p:cNvPr>
          <p:cNvSpPr>
            <a:spLocks xmlns:a="http://schemas.openxmlformats.org/drawingml/2006/main" noGrp="1"/>
          </p:cNvSpPr>
          <p:nvPr/>
        </p:nvSpPr>
        <p:spPr>
          <a:xfrm xmlns:a="http://schemas.openxmlformats.org/drawingml/2006/main">
            <a:off x="514350" y="1562100"/>
            <a:ext cx="2647950" cy="2114550"/>
          </a:xfrm>
          <a:prstGeom xmlns:a="http://schemas.openxmlformats.org/drawingml/2006/main" prst="roundRect">
            <a:avLst>
              <a:gd name="adj" fmla="val 5405"/>
            </a:avLst>
          </a:prstGeom>
          <a:solidFill xmlns:a="http://schemas.openxmlformats.org/drawingml/2006/main">
            <a:srgbClr val="211D31"/>
          </a:solidFill>
          <a:ln xmlns:a="http://schemas.openxmlformats.org/drawingml/2006/main" w="12859">
            <a:solidFill>
              <a:srgbClr val="A38AFF"/>
            </a:solidFill>
            <a:prstDash val="solid"/>
          </a:ln>
        </p:spPr>
      </p:sp>
      <p:sp>
        <p:nvSpPr>
          <p:cNvPr id="7" name="analysis-analyzer-title">
            <a:extLst xmlns:a="http://schemas.openxmlformats.org/drawingml/2006/main">
              <a:ext uri="{FF2B5EF4-FFF2-40B4-BE49-F238E27FC236}">
                <a16:creationId xmlns:a16="http://schemas.microsoft.com/office/drawing/2014/main" id="{D67FEC49-6ED9-428D-9C39-813A0530533F}"/>
              </a:ext>
            </a:extLst>
          </p:cNvPr>
          <p:cNvSpPr>
            <a:spLocks xmlns:a="http://schemas.openxmlformats.org/drawingml/2006/main" noGrp="1"/>
          </p:cNvSpPr>
          <p:nvPr/>
        </p:nvSpPr>
        <p:spPr>
          <a:xfrm xmlns:a="http://schemas.openxmlformats.org/drawingml/2006/main">
            <a:off x="685800" y="1695450"/>
            <a:ext cx="2305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b="1">
                <a:solidFill>
                  <a:srgbClr val="A38AFF"/>
                </a:solidFill>
                <a:latin typeface="Segoe UI"/>
                <a:ea typeface="Segoe UI"/>
                <a:cs typeface="Segoe UI"/>
              </a:defRPr>
            </a:defPPr>
            <a:lvl1pPr algn="l">
              <a:defRPr sz="1313" b="1">
                <a:solidFill>
                  <a:srgbClr val="A38AFF"/>
                </a:solidFill>
                <a:latin typeface="Segoe UI"/>
                <a:ea typeface="Segoe UI"/>
                <a:cs typeface="Segoe UI"/>
              </a:defRPr>
            </a:lvl1pPr>
            <a:lvl2pPr algn="l">
              <a:defRPr sz="1313" b="1">
                <a:solidFill>
                  <a:srgbClr val="A38AFF"/>
                </a:solidFill>
                <a:latin typeface="Segoe UI"/>
                <a:ea typeface="Segoe UI"/>
                <a:cs typeface="Segoe UI"/>
              </a:defRPr>
            </a:lvl2pPr>
            <a:lvl3pPr algn="l">
              <a:defRPr sz="1313" b="1">
                <a:solidFill>
                  <a:srgbClr val="A38AFF"/>
                </a:solidFill>
                <a:latin typeface="Segoe UI"/>
                <a:ea typeface="Segoe UI"/>
                <a:cs typeface="Segoe UI"/>
              </a:defRPr>
            </a:lvl3pPr>
            <a:lvl4pPr algn="l">
              <a:defRPr sz="1313" b="1">
                <a:solidFill>
                  <a:srgbClr val="A38AFF"/>
                </a:solidFill>
                <a:latin typeface="Segoe UI"/>
                <a:ea typeface="Segoe UI"/>
                <a:cs typeface="Segoe UI"/>
              </a:defRPr>
            </a:lvl4pPr>
            <a:lvl5pPr algn="l">
              <a:defRPr sz="1313" b="1">
                <a:solidFill>
                  <a:srgbClr val="A38AFF"/>
                </a:solidFill>
                <a:latin typeface="Segoe UI"/>
                <a:ea typeface="Segoe UI"/>
                <a:cs typeface="Segoe UI"/>
              </a:defRPr>
            </a:lvl5pPr>
            <a:lvl6pPr algn="l">
              <a:defRPr sz="1313" b="1">
                <a:solidFill>
                  <a:srgbClr val="A38AFF"/>
                </a:solidFill>
                <a:latin typeface="Segoe UI"/>
                <a:ea typeface="Segoe UI"/>
                <a:cs typeface="Segoe UI"/>
              </a:defRPr>
            </a:lvl6pPr>
            <a:lvl7pPr algn="l">
              <a:defRPr sz="1313" b="1">
                <a:solidFill>
                  <a:srgbClr val="A38AFF"/>
                </a:solidFill>
                <a:latin typeface="Segoe UI"/>
                <a:ea typeface="Segoe UI"/>
                <a:cs typeface="Segoe UI"/>
              </a:defRPr>
            </a:lvl7pPr>
            <a:lvl8pPr algn="l">
              <a:defRPr sz="1313" b="1">
                <a:solidFill>
                  <a:srgbClr val="A38AFF"/>
                </a:solidFill>
                <a:latin typeface="Segoe UI"/>
                <a:ea typeface="Segoe UI"/>
                <a:cs typeface="Segoe UI"/>
              </a:defRPr>
            </a:lvl8pPr>
            <a:lvl9pPr algn="l">
              <a:defRPr sz="1313" b="1">
                <a:solidFill>
                  <a:srgbClr val="A38AFF"/>
                </a:solidFill>
                <a:latin typeface="Segoe UI"/>
                <a:ea typeface="Segoe UI"/>
                <a:cs typeface="Segoe UI"/>
              </a:defRPr>
            </a:lvl9pPr>
          </a:lstStyle>
          <a:p xmlns:a="http://schemas.openxmlformats.org/drawingml/2006/main">
            <a:pPr algn="l">
              <a:defRPr sz="1313" b="1">
                <a:solidFill>
                  <a:srgbClr val="A38AFF"/>
                </a:solidFill>
                <a:latin typeface="Segoe UI"/>
                <a:ea typeface="Segoe UI"/>
                <a:cs typeface="Segoe UI"/>
              </a:defRPr>
            </a:pPr>
            <a:r>
              <a:rPr sz="1313" b="1">
                <a:solidFill>
                  <a:srgbClr val="A38AFF"/>
                </a:solidFill>
                <a:latin typeface="Segoe UI"/>
                <a:ea typeface="Segoe UI"/>
                <a:cs typeface="Segoe UI"/>
              </a:rPr>
              <a:t>01  Quiz analyzer</a:t>
            </a:r>
          </a:p>
        </p:txBody>
      </p:sp>
      <p:sp>
        <p:nvSpPr>
          <p:cNvPr id="8" name="analysis-analyzer-body">
            <a:extLst xmlns:a="http://schemas.openxmlformats.org/drawingml/2006/main">
              <a:ext uri="{FF2B5EF4-FFF2-40B4-BE49-F238E27FC236}">
                <a16:creationId xmlns:a16="http://schemas.microsoft.com/office/drawing/2014/main" id="{E4396706-7592-44C0-8753-E70CE3D7DC85}"/>
              </a:ext>
            </a:extLst>
          </p:cNvPr>
          <p:cNvSpPr>
            <a:spLocks xmlns:a="http://schemas.openxmlformats.org/drawingml/2006/main" noGrp="1"/>
          </p:cNvSpPr>
          <p:nvPr/>
        </p:nvSpPr>
        <p:spPr>
          <a:xfrm xmlns:a="http://schemas.openxmlformats.org/drawingml/2006/main">
            <a:off x="685800" y="2019300"/>
            <a:ext cx="2305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Pairs every attempt with its question and concept; computes concept averages deterministically.</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LLM identifies misconception patterns, weak/strong concepts, 1–3 remediation actions, student spoken summary and teacher summary.</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Writes state only; no database write.</a:t>
            </a:r>
          </a:p>
        </p:txBody>
      </p:sp>
      <p:sp>
        <p:nvSpPr>
          <p:cNvPr id="9" name="analysis-analytics-detail">
            <a:extLst xmlns:a="http://schemas.openxmlformats.org/drawingml/2006/main">
              <a:ext uri="{FF2B5EF4-FFF2-40B4-BE49-F238E27FC236}">
                <a16:creationId xmlns:a16="http://schemas.microsoft.com/office/drawing/2014/main" id="{153CA82B-D534-4A42-94BE-B255BDD6F7C5}"/>
              </a:ext>
            </a:extLst>
          </p:cNvPr>
          <p:cNvSpPr>
            <a:spLocks xmlns:a="http://schemas.openxmlformats.org/drawingml/2006/main" noGrp="1"/>
          </p:cNvSpPr>
          <p:nvPr/>
        </p:nvSpPr>
        <p:spPr>
          <a:xfrm xmlns:a="http://schemas.openxmlformats.org/drawingml/2006/main">
            <a:off x="3362325" y="1562100"/>
            <a:ext cx="2647950" cy="2114550"/>
          </a:xfrm>
          <a:prstGeom xmlns:a="http://schemas.openxmlformats.org/drawingml/2006/main" prst="roundRect">
            <a:avLst>
              <a:gd name="adj" fmla="val 5405"/>
            </a:avLst>
          </a:prstGeom>
          <a:solidFill xmlns:a="http://schemas.openxmlformats.org/drawingml/2006/main">
            <a:srgbClr val="15252B"/>
          </a:solidFill>
          <a:ln xmlns:a="http://schemas.openxmlformats.org/drawingml/2006/main" w="12859">
            <a:solidFill>
              <a:srgbClr val="37C9C4"/>
            </a:solidFill>
            <a:prstDash val="solid"/>
          </a:ln>
        </p:spPr>
      </p:sp>
      <p:sp>
        <p:nvSpPr>
          <p:cNvPr id="10" name="analysis-analytics-title">
            <a:extLst xmlns:a="http://schemas.openxmlformats.org/drawingml/2006/main">
              <a:ext uri="{FF2B5EF4-FFF2-40B4-BE49-F238E27FC236}">
                <a16:creationId xmlns:a16="http://schemas.microsoft.com/office/drawing/2014/main" id="{91AF22AA-9629-4A4E-BF8E-0F3F2EA180E2}"/>
              </a:ext>
            </a:extLst>
          </p:cNvPr>
          <p:cNvSpPr>
            <a:spLocks xmlns:a="http://schemas.openxmlformats.org/drawingml/2006/main" noGrp="1"/>
          </p:cNvSpPr>
          <p:nvPr/>
        </p:nvSpPr>
        <p:spPr>
          <a:xfrm xmlns:a="http://schemas.openxmlformats.org/drawingml/2006/main">
            <a:off x="3533775" y="1695450"/>
            <a:ext cx="2305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313" b="1">
                <a:solidFill>
                  <a:srgbClr val="37C9C4"/>
                </a:solidFill>
                <a:latin typeface="Segoe UI"/>
                <a:ea typeface="Segoe UI"/>
                <a:cs typeface="Segoe UI"/>
              </a:defRPr>
            </a:defPPr>
            <a:lvl1pPr algn="l">
              <a:defRPr sz="1313" b="1">
                <a:solidFill>
                  <a:srgbClr val="37C9C4"/>
                </a:solidFill>
                <a:latin typeface="Segoe UI"/>
                <a:ea typeface="Segoe UI"/>
                <a:cs typeface="Segoe UI"/>
              </a:defRPr>
            </a:lvl1pPr>
            <a:lvl2pPr algn="l">
              <a:defRPr sz="1313" b="1">
                <a:solidFill>
                  <a:srgbClr val="37C9C4"/>
                </a:solidFill>
                <a:latin typeface="Segoe UI"/>
                <a:ea typeface="Segoe UI"/>
                <a:cs typeface="Segoe UI"/>
              </a:defRPr>
            </a:lvl2pPr>
            <a:lvl3pPr algn="l">
              <a:defRPr sz="1313" b="1">
                <a:solidFill>
                  <a:srgbClr val="37C9C4"/>
                </a:solidFill>
                <a:latin typeface="Segoe UI"/>
                <a:ea typeface="Segoe UI"/>
                <a:cs typeface="Segoe UI"/>
              </a:defRPr>
            </a:lvl3pPr>
            <a:lvl4pPr algn="l">
              <a:defRPr sz="1313" b="1">
                <a:solidFill>
                  <a:srgbClr val="37C9C4"/>
                </a:solidFill>
                <a:latin typeface="Segoe UI"/>
                <a:ea typeface="Segoe UI"/>
                <a:cs typeface="Segoe UI"/>
              </a:defRPr>
            </a:lvl4pPr>
            <a:lvl5pPr algn="l">
              <a:defRPr sz="1313" b="1">
                <a:solidFill>
                  <a:srgbClr val="37C9C4"/>
                </a:solidFill>
                <a:latin typeface="Segoe UI"/>
                <a:ea typeface="Segoe UI"/>
                <a:cs typeface="Segoe UI"/>
              </a:defRPr>
            </a:lvl5pPr>
            <a:lvl6pPr algn="l">
              <a:defRPr sz="1313" b="1">
                <a:solidFill>
                  <a:srgbClr val="37C9C4"/>
                </a:solidFill>
                <a:latin typeface="Segoe UI"/>
                <a:ea typeface="Segoe UI"/>
                <a:cs typeface="Segoe UI"/>
              </a:defRPr>
            </a:lvl6pPr>
            <a:lvl7pPr algn="l">
              <a:defRPr sz="1313" b="1">
                <a:solidFill>
                  <a:srgbClr val="37C9C4"/>
                </a:solidFill>
                <a:latin typeface="Segoe UI"/>
                <a:ea typeface="Segoe UI"/>
                <a:cs typeface="Segoe UI"/>
              </a:defRPr>
            </a:lvl7pPr>
            <a:lvl8pPr algn="l">
              <a:defRPr sz="1313" b="1">
                <a:solidFill>
                  <a:srgbClr val="37C9C4"/>
                </a:solidFill>
                <a:latin typeface="Segoe UI"/>
                <a:ea typeface="Segoe UI"/>
                <a:cs typeface="Segoe UI"/>
              </a:defRPr>
            </a:lvl8pPr>
            <a:lvl9pPr algn="l">
              <a:defRPr sz="1313" b="1">
                <a:solidFill>
                  <a:srgbClr val="37C9C4"/>
                </a:solidFill>
                <a:latin typeface="Segoe UI"/>
                <a:ea typeface="Segoe UI"/>
                <a:cs typeface="Segoe UI"/>
              </a:defRPr>
            </a:lvl9pPr>
          </a:lstStyle>
          <a:p xmlns:a="http://schemas.openxmlformats.org/drawingml/2006/main">
            <a:pPr algn="l">
              <a:defRPr sz="1313" b="1">
                <a:solidFill>
                  <a:srgbClr val="37C9C4"/>
                </a:solidFill>
                <a:latin typeface="Segoe UI"/>
                <a:ea typeface="Segoe UI"/>
                <a:cs typeface="Segoe UI"/>
              </a:defRPr>
            </a:pPr>
            <a:r>
              <a:rPr sz="1313" b="1">
                <a:solidFill>
                  <a:srgbClr val="37C9C4"/>
                </a:solidFill>
                <a:latin typeface="Segoe UI"/>
                <a:ea typeface="Segoe UI"/>
                <a:cs typeface="Segoe UI"/>
              </a:rPr>
              <a:t>02  Analytics</a:t>
            </a:r>
          </a:p>
        </p:txBody>
      </p:sp>
      <p:sp>
        <p:nvSpPr>
          <p:cNvPr id="11" name="analysis-analytics-body">
            <a:extLst xmlns:a="http://schemas.openxmlformats.org/drawingml/2006/main">
              <a:ext uri="{FF2B5EF4-FFF2-40B4-BE49-F238E27FC236}">
                <a16:creationId xmlns:a16="http://schemas.microsoft.com/office/drawing/2014/main" id="{398A5025-63FE-4253-8D3E-2255C5DFE42B}"/>
              </a:ext>
            </a:extLst>
          </p:cNvPr>
          <p:cNvSpPr>
            <a:spLocks xmlns:a="http://schemas.openxmlformats.org/drawingml/2006/main" noGrp="1"/>
          </p:cNvSpPr>
          <p:nvPr/>
        </p:nvSpPr>
        <p:spPr>
          <a:xfrm xmlns:a="http://schemas.openxmlformats.org/drawingml/2006/main">
            <a:off x="3533775" y="2019300"/>
            <a:ext cx="2305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Regular path requires a valid student UUID and aggregates the last month: mastery, quiz average, weak/strong concepts, streak, sessions and engagement.</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Stores analytics_reports best effort. Missing/invalid student or aggregation errors return a spoken fallback and continue.</a:t>
            </a:r>
          </a:p>
        </p:txBody>
      </p:sp>
      <p:sp>
        <p:nvSpPr>
          <p:cNvPr id="12" name="analysis-recommendation-detail">
            <a:extLst xmlns:a="http://schemas.openxmlformats.org/drawingml/2006/main">
              <a:ext uri="{FF2B5EF4-FFF2-40B4-BE49-F238E27FC236}">
                <a16:creationId xmlns:a16="http://schemas.microsoft.com/office/drawing/2014/main" id="{501E663F-8557-419F-8865-C5F0485D9F34}"/>
              </a:ext>
            </a:extLst>
          </p:cNvPr>
          <p:cNvSpPr>
            <a:spLocks xmlns:a="http://schemas.openxmlformats.org/drawingml/2006/main" noGrp="1"/>
          </p:cNvSpPr>
          <p:nvPr/>
        </p:nvSpPr>
        <p:spPr>
          <a:xfrm xmlns:a="http://schemas.openxmlformats.org/drawingml/2006/main">
            <a:off x="6210300" y="1562100"/>
            <a:ext cx="2647950" cy="2114550"/>
          </a:xfrm>
          <a:prstGeom xmlns:a="http://schemas.openxmlformats.org/drawingml/2006/main" prst="roundRect">
            <a:avLst>
              <a:gd name="adj" fmla="val 5405"/>
            </a:avLst>
          </a:prstGeom>
          <a:solidFill xmlns:a="http://schemas.openxmlformats.org/drawingml/2006/main">
            <a:srgbClr val="172238"/>
          </a:solidFill>
          <a:ln xmlns:a="http://schemas.openxmlformats.org/drawingml/2006/main" w="12859">
            <a:solidFill>
              <a:srgbClr val="6877FF"/>
            </a:solidFill>
            <a:prstDash val="solid"/>
          </a:ln>
        </p:spPr>
      </p:sp>
      <p:sp>
        <p:nvSpPr>
          <p:cNvPr id="13" name="analysis-recommendation-title">
            <a:extLst xmlns:a="http://schemas.openxmlformats.org/drawingml/2006/main">
              <a:ext uri="{FF2B5EF4-FFF2-40B4-BE49-F238E27FC236}">
                <a16:creationId xmlns:a16="http://schemas.microsoft.com/office/drawing/2014/main" id="{612CE728-42FB-4C70-BBD0-66A7466014EA}"/>
              </a:ext>
            </a:extLst>
          </p:cNvPr>
          <p:cNvSpPr>
            <a:spLocks xmlns:a="http://schemas.openxmlformats.org/drawingml/2006/main" noGrp="1"/>
          </p:cNvSpPr>
          <p:nvPr/>
        </p:nvSpPr>
        <p:spPr>
          <a:xfrm xmlns:a="http://schemas.openxmlformats.org/drawingml/2006/main">
            <a:off x="6381750" y="1695450"/>
            <a:ext cx="2305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1">
                <a:solidFill>
                  <a:srgbClr val="6877FF"/>
                </a:solidFill>
                <a:latin typeface="Segoe UI"/>
                <a:ea typeface="Segoe UI"/>
                <a:cs typeface="Segoe UI"/>
              </a:defRPr>
            </a:defPPr>
            <a:lvl1pPr algn="l">
              <a:defRPr sz="1275" b="1">
                <a:solidFill>
                  <a:srgbClr val="6877FF"/>
                </a:solidFill>
                <a:latin typeface="Segoe UI"/>
                <a:ea typeface="Segoe UI"/>
                <a:cs typeface="Segoe UI"/>
              </a:defRPr>
            </a:lvl1pPr>
            <a:lvl2pPr algn="l">
              <a:defRPr sz="1275" b="1">
                <a:solidFill>
                  <a:srgbClr val="6877FF"/>
                </a:solidFill>
                <a:latin typeface="Segoe UI"/>
                <a:ea typeface="Segoe UI"/>
                <a:cs typeface="Segoe UI"/>
              </a:defRPr>
            </a:lvl2pPr>
            <a:lvl3pPr algn="l">
              <a:defRPr sz="1275" b="1">
                <a:solidFill>
                  <a:srgbClr val="6877FF"/>
                </a:solidFill>
                <a:latin typeface="Segoe UI"/>
                <a:ea typeface="Segoe UI"/>
                <a:cs typeface="Segoe UI"/>
              </a:defRPr>
            </a:lvl3pPr>
            <a:lvl4pPr algn="l">
              <a:defRPr sz="1275" b="1">
                <a:solidFill>
                  <a:srgbClr val="6877FF"/>
                </a:solidFill>
                <a:latin typeface="Segoe UI"/>
                <a:ea typeface="Segoe UI"/>
                <a:cs typeface="Segoe UI"/>
              </a:defRPr>
            </a:lvl4pPr>
            <a:lvl5pPr algn="l">
              <a:defRPr sz="1275" b="1">
                <a:solidFill>
                  <a:srgbClr val="6877FF"/>
                </a:solidFill>
                <a:latin typeface="Segoe UI"/>
                <a:ea typeface="Segoe UI"/>
                <a:cs typeface="Segoe UI"/>
              </a:defRPr>
            </a:lvl5pPr>
            <a:lvl6pPr algn="l">
              <a:defRPr sz="1275" b="1">
                <a:solidFill>
                  <a:srgbClr val="6877FF"/>
                </a:solidFill>
                <a:latin typeface="Segoe UI"/>
                <a:ea typeface="Segoe UI"/>
                <a:cs typeface="Segoe UI"/>
              </a:defRPr>
            </a:lvl6pPr>
            <a:lvl7pPr algn="l">
              <a:defRPr sz="1275" b="1">
                <a:solidFill>
                  <a:srgbClr val="6877FF"/>
                </a:solidFill>
                <a:latin typeface="Segoe UI"/>
                <a:ea typeface="Segoe UI"/>
                <a:cs typeface="Segoe UI"/>
              </a:defRPr>
            </a:lvl7pPr>
            <a:lvl8pPr algn="l">
              <a:defRPr sz="1275" b="1">
                <a:solidFill>
                  <a:srgbClr val="6877FF"/>
                </a:solidFill>
                <a:latin typeface="Segoe UI"/>
                <a:ea typeface="Segoe UI"/>
                <a:cs typeface="Segoe UI"/>
              </a:defRPr>
            </a:lvl8pPr>
            <a:lvl9pPr algn="l">
              <a:defRPr sz="1275" b="1">
                <a:solidFill>
                  <a:srgbClr val="6877FF"/>
                </a:solidFill>
                <a:latin typeface="Segoe UI"/>
                <a:ea typeface="Segoe UI"/>
                <a:cs typeface="Segoe UI"/>
              </a:defRPr>
            </a:lvl9pPr>
          </a:lstStyle>
          <a:p xmlns:a="http://schemas.openxmlformats.org/drawingml/2006/main">
            <a:pPr algn="l">
              <a:defRPr sz="1275" b="1">
                <a:solidFill>
                  <a:srgbClr val="6877FF"/>
                </a:solidFill>
                <a:latin typeface="Segoe UI"/>
                <a:ea typeface="Segoe UI"/>
                <a:cs typeface="Segoe UI"/>
              </a:defRPr>
            </a:pPr>
            <a:r>
              <a:rPr sz="1275" b="1">
                <a:solidFill>
                  <a:srgbClr val="6877FF"/>
                </a:solidFill>
                <a:latin typeface="Segoe UI"/>
                <a:ea typeface="Segoe UI"/>
                <a:cs typeface="Segoe UI"/>
              </a:rPr>
              <a:t>03  Recommendation agent</a:t>
            </a:r>
          </a:p>
        </p:txBody>
      </p:sp>
      <p:sp>
        <p:nvSpPr>
          <p:cNvPr id="14" name="analysis-recommendation-body">
            <a:extLst xmlns:a="http://schemas.openxmlformats.org/drawingml/2006/main">
              <a:ext uri="{FF2B5EF4-FFF2-40B4-BE49-F238E27FC236}">
                <a16:creationId xmlns:a16="http://schemas.microsoft.com/office/drawing/2014/main" id="{7116683F-AF13-4F06-B43F-6D4491FED5BA}"/>
              </a:ext>
            </a:extLst>
          </p:cNvPr>
          <p:cNvSpPr>
            <a:spLocks xmlns:a="http://schemas.openxmlformats.org/drawingml/2006/main" noGrp="1"/>
          </p:cNvSpPr>
          <p:nvPr/>
        </p:nvSpPr>
        <p:spPr>
          <a:xfrm xmlns:a="http://schemas.openxmlformats.org/drawingml/2006/main">
            <a:off x="6381750" y="2019300"/>
            <a:ext cx="23050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Reads analytics_summary + profile language + recent emotion + misconceptions.</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Returns spoken_intro and structured recommendations (type/text/concept_id). Invalid JSON falls back to an action for the weakest concept.</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Appends spoken text and routes onward.</a:t>
            </a:r>
          </a:p>
        </p:txBody>
      </p:sp>
      <p:sp>
        <p:nvSpPr>
          <p:cNvPr id="15" name="analysis-accessibility-detail">
            <a:extLst xmlns:a="http://schemas.openxmlformats.org/drawingml/2006/main">
              <a:ext uri="{FF2B5EF4-FFF2-40B4-BE49-F238E27FC236}">
                <a16:creationId xmlns:a16="http://schemas.microsoft.com/office/drawing/2014/main" id="{581CAE60-2A41-4E6A-BD5B-DED3A3540C37}"/>
              </a:ext>
            </a:extLst>
          </p:cNvPr>
          <p:cNvSpPr>
            <a:spLocks xmlns:a="http://schemas.openxmlformats.org/drawingml/2006/main" noGrp="1"/>
          </p:cNvSpPr>
          <p:nvPr/>
        </p:nvSpPr>
        <p:spPr>
          <a:xfrm xmlns:a="http://schemas.openxmlformats.org/drawingml/2006/main">
            <a:off x="9058275" y="1562100"/>
            <a:ext cx="2619375" cy="2114550"/>
          </a:xfrm>
          <a:prstGeom xmlns:a="http://schemas.openxmlformats.org/drawingml/2006/main" prst="roundRect">
            <a:avLst>
              <a:gd name="adj" fmla="val 5405"/>
            </a:avLst>
          </a:prstGeom>
          <a:solidFill xmlns:a="http://schemas.openxmlformats.org/drawingml/2006/main">
            <a:srgbClr val="292643"/>
          </a:solidFill>
          <a:ln xmlns:a="http://schemas.openxmlformats.org/drawingml/2006/main" w="12859">
            <a:solidFill>
              <a:srgbClr val="D4ED50"/>
            </a:solidFill>
            <a:prstDash val="solid"/>
          </a:ln>
        </p:spPr>
      </p:sp>
      <p:sp>
        <p:nvSpPr>
          <p:cNvPr id="16" name="analysis-accessibility-title">
            <a:extLst xmlns:a="http://schemas.openxmlformats.org/drawingml/2006/main">
              <a:ext uri="{FF2B5EF4-FFF2-40B4-BE49-F238E27FC236}">
                <a16:creationId xmlns:a16="http://schemas.microsoft.com/office/drawing/2014/main" id="{83793C77-87CB-41BB-BBE7-4A986655A7F4}"/>
              </a:ext>
            </a:extLst>
          </p:cNvPr>
          <p:cNvSpPr>
            <a:spLocks xmlns:a="http://schemas.openxmlformats.org/drawingml/2006/main" noGrp="1"/>
          </p:cNvSpPr>
          <p:nvPr/>
        </p:nvSpPr>
        <p:spPr>
          <a:xfrm xmlns:a="http://schemas.openxmlformats.org/drawingml/2006/main">
            <a:off x="9229725" y="1695450"/>
            <a:ext cx="2276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60" b="1">
                <a:solidFill>
                  <a:srgbClr val="D4ED50"/>
                </a:solidFill>
                <a:latin typeface="Segoe UI"/>
                <a:ea typeface="Segoe UI"/>
                <a:cs typeface="Segoe UI"/>
              </a:defRPr>
            </a:defPPr>
            <a:lvl1pPr algn="l">
              <a:defRPr sz="1260" b="1">
                <a:solidFill>
                  <a:srgbClr val="D4ED50"/>
                </a:solidFill>
                <a:latin typeface="Segoe UI"/>
                <a:ea typeface="Segoe UI"/>
                <a:cs typeface="Segoe UI"/>
              </a:defRPr>
            </a:lvl1pPr>
            <a:lvl2pPr algn="l">
              <a:defRPr sz="1260" b="1">
                <a:solidFill>
                  <a:srgbClr val="D4ED50"/>
                </a:solidFill>
                <a:latin typeface="Segoe UI"/>
                <a:ea typeface="Segoe UI"/>
                <a:cs typeface="Segoe UI"/>
              </a:defRPr>
            </a:lvl2pPr>
            <a:lvl3pPr algn="l">
              <a:defRPr sz="1260" b="1">
                <a:solidFill>
                  <a:srgbClr val="D4ED50"/>
                </a:solidFill>
                <a:latin typeface="Segoe UI"/>
                <a:ea typeface="Segoe UI"/>
                <a:cs typeface="Segoe UI"/>
              </a:defRPr>
            </a:lvl3pPr>
            <a:lvl4pPr algn="l">
              <a:defRPr sz="1260" b="1">
                <a:solidFill>
                  <a:srgbClr val="D4ED50"/>
                </a:solidFill>
                <a:latin typeface="Segoe UI"/>
                <a:ea typeface="Segoe UI"/>
                <a:cs typeface="Segoe UI"/>
              </a:defRPr>
            </a:lvl4pPr>
            <a:lvl5pPr algn="l">
              <a:defRPr sz="1260" b="1">
                <a:solidFill>
                  <a:srgbClr val="D4ED50"/>
                </a:solidFill>
                <a:latin typeface="Segoe UI"/>
                <a:ea typeface="Segoe UI"/>
                <a:cs typeface="Segoe UI"/>
              </a:defRPr>
            </a:lvl5pPr>
            <a:lvl6pPr algn="l">
              <a:defRPr sz="1260" b="1">
                <a:solidFill>
                  <a:srgbClr val="D4ED50"/>
                </a:solidFill>
                <a:latin typeface="Segoe UI"/>
                <a:ea typeface="Segoe UI"/>
                <a:cs typeface="Segoe UI"/>
              </a:defRPr>
            </a:lvl6pPr>
            <a:lvl7pPr algn="l">
              <a:defRPr sz="1260" b="1">
                <a:solidFill>
                  <a:srgbClr val="D4ED50"/>
                </a:solidFill>
                <a:latin typeface="Segoe UI"/>
                <a:ea typeface="Segoe UI"/>
                <a:cs typeface="Segoe UI"/>
              </a:defRPr>
            </a:lvl7pPr>
            <a:lvl8pPr algn="l">
              <a:defRPr sz="1260" b="1">
                <a:solidFill>
                  <a:srgbClr val="D4ED50"/>
                </a:solidFill>
                <a:latin typeface="Segoe UI"/>
                <a:ea typeface="Segoe UI"/>
                <a:cs typeface="Segoe UI"/>
              </a:defRPr>
            </a:lvl8pPr>
            <a:lvl9pPr algn="l">
              <a:defRPr sz="1260" b="1">
                <a:solidFill>
                  <a:srgbClr val="D4ED50"/>
                </a:solidFill>
                <a:latin typeface="Segoe UI"/>
                <a:ea typeface="Segoe UI"/>
                <a:cs typeface="Segoe UI"/>
              </a:defRPr>
            </a:lvl9pPr>
          </a:lstStyle>
          <a:p xmlns:a="http://schemas.openxmlformats.org/drawingml/2006/main">
            <a:pPr algn="l">
              <a:defRPr sz="1260" b="1">
                <a:solidFill>
                  <a:srgbClr val="D4ED50"/>
                </a:solidFill>
                <a:latin typeface="Segoe UI"/>
                <a:ea typeface="Segoe UI"/>
                <a:cs typeface="Segoe UI"/>
              </a:defRPr>
            </a:pPr>
            <a:r>
              <a:rPr sz="1260" b="1">
                <a:solidFill>
                  <a:srgbClr val="D4ED50"/>
                </a:solidFill>
                <a:latin typeface="Segoe UI"/>
                <a:ea typeface="Segoe UI"/>
                <a:cs typeface="Segoe UI"/>
              </a:rPr>
              <a:t>04  Accessibility → response</a:t>
            </a:r>
          </a:p>
        </p:txBody>
      </p:sp>
      <p:sp>
        <p:nvSpPr>
          <p:cNvPr id="17" name="analysis-accessibility-body">
            <a:extLst xmlns:a="http://schemas.openxmlformats.org/drawingml/2006/main">
              <a:ext uri="{FF2B5EF4-FFF2-40B4-BE49-F238E27FC236}">
                <a16:creationId xmlns:a16="http://schemas.microsoft.com/office/drawing/2014/main" id="{A99F4461-0AC3-4C55-8A81-AA9CE8323E26}"/>
              </a:ext>
            </a:extLst>
          </p:cNvPr>
          <p:cNvSpPr>
            <a:spLocks xmlns:a="http://schemas.openxmlformats.org/drawingml/2006/main" noGrp="1"/>
          </p:cNvSpPr>
          <p:nvPr/>
        </p:nvSpPr>
        <p:spPr>
          <a:xfrm xmlns:a="http://schemas.openxmlformats.org/drawingml/2006/main">
            <a:off x="9229725" y="2019300"/>
            <a:ext cx="2276475"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Reads final generated_response and learner access profile.</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Normalizes text for speech, optionally simplifies it, then writes accessible_response.</a:t>
            </a:r>
          </a:p>
          <a:p xmlns:a="http://schemas.openxmlformats.org/drawingml/2006/main">
            <a:r>
              <a:t/>
            </a:r>
          </a:p>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Every speaking route converges here before END.</a:t>
            </a:r>
          </a:p>
        </p:txBody>
      </p:sp>
      <p:sp>
        <p:nvSpPr>
          <p:cNvPr id="18" name="persistence-detail-label">
            <a:extLst xmlns:a="http://schemas.openxmlformats.org/drawingml/2006/main">
              <a:ext uri="{FF2B5EF4-FFF2-40B4-BE49-F238E27FC236}">
                <a16:creationId xmlns:a16="http://schemas.microsoft.com/office/drawing/2014/main" id="{BC5F6758-8D5E-42A5-BF0E-BBE24612F46F}"/>
              </a:ext>
            </a:extLst>
          </p:cNvPr>
          <p:cNvSpPr>
            <a:spLocks xmlns:a="http://schemas.openxmlformats.org/drawingml/2006/main" noGrp="1"/>
          </p:cNvSpPr>
          <p:nvPr/>
        </p:nvSpPr>
        <p:spPr>
          <a:xfrm xmlns:a="http://schemas.openxmlformats.org/drawingml/2006/main">
            <a:off x="609600" y="386715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975" b="1">
                <a:solidFill>
                  <a:srgbClr val="FFB35D"/>
                </a:solidFill>
                <a:latin typeface="Segoe UI"/>
                <a:ea typeface="Segoe UI"/>
                <a:cs typeface="Segoe UI"/>
              </a:defRPr>
            </a:defPPr>
            <a:lvl1pPr algn="l">
              <a:defRPr sz="975" b="1">
                <a:solidFill>
                  <a:srgbClr val="FFB35D"/>
                </a:solidFill>
                <a:latin typeface="Segoe UI"/>
                <a:ea typeface="Segoe UI"/>
                <a:cs typeface="Segoe UI"/>
              </a:defRPr>
            </a:lvl1pPr>
            <a:lvl2pPr algn="l">
              <a:defRPr sz="975" b="1">
                <a:solidFill>
                  <a:srgbClr val="FFB35D"/>
                </a:solidFill>
                <a:latin typeface="Segoe UI"/>
                <a:ea typeface="Segoe UI"/>
                <a:cs typeface="Segoe UI"/>
              </a:defRPr>
            </a:lvl2pPr>
            <a:lvl3pPr algn="l">
              <a:defRPr sz="975" b="1">
                <a:solidFill>
                  <a:srgbClr val="FFB35D"/>
                </a:solidFill>
                <a:latin typeface="Segoe UI"/>
                <a:ea typeface="Segoe UI"/>
                <a:cs typeface="Segoe UI"/>
              </a:defRPr>
            </a:lvl3pPr>
            <a:lvl4pPr algn="l">
              <a:defRPr sz="975" b="1">
                <a:solidFill>
                  <a:srgbClr val="FFB35D"/>
                </a:solidFill>
                <a:latin typeface="Segoe UI"/>
                <a:ea typeface="Segoe UI"/>
                <a:cs typeface="Segoe UI"/>
              </a:defRPr>
            </a:lvl4pPr>
            <a:lvl5pPr algn="l">
              <a:defRPr sz="975" b="1">
                <a:solidFill>
                  <a:srgbClr val="FFB35D"/>
                </a:solidFill>
                <a:latin typeface="Segoe UI"/>
                <a:ea typeface="Segoe UI"/>
                <a:cs typeface="Segoe UI"/>
              </a:defRPr>
            </a:lvl5pPr>
            <a:lvl6pPr algn="l">
              <a:defRPr sz="975" b="1">
                <a:solidFill>
                  <a:srgbClr val="FFB35D"/>
                </a:solidFill>
                <a:latin typeface="Segoe UI"/>
                <a:ea typeface="Segoe UI"/>
                <a:cs typeface="Segoe UI"/>
              </a:defRPr>
            </a:lvl6pPr>
            <a:lvl7pPr algn="l">
              <a:defRPr sz="975" b="1">
                <a:solidFill>
                  <a:srgbClr val="FFB35D"/>
                </a:solidFill>
                <a:latin typeface="Segoe UI"/>
                <a:ea typeface="Segoe UI"/>
                <a:cs typeface="Segoe UI"/>
              </a:defRPr>
            </a:lvl7pPr>
            <a:lvl8pPr algn="l">
              <a:defRPr sz="975" b="1">
                <a:solidFill>
                  <a:srgbClr val="FFB35D"/>
                </a:solidFill>
                <a:latin typeface="Segoe UI"/>
                <a:ea typeface="Segoe UI"/>
                <a:cs typeface="Segoe UI"/>
              </a:defRPr>
            </a:lvl8pPr>
            <a:lvl9pPr algn="l">
              <a:defRPr sz="975" b="1">
                <a:solidFill>
                  <a:srgbClr val="FFB35D"/>
                </a:solidFill>
                <a:latin typeface="Segoe UI"/>
                <a:ea typeface="Segoe UI"/>
                <a:cs typeface="Segoe UI"/>
              </a:defRPr>
            </a:lvl9pPr>
          </a:lstStyle>
          <a:p xmlns:a="http://schemas.openxmlformats.org/drawingml/2006/main">
            <a:pPr algn="l">
              <a:defRPr sz="975" b="1">
                <a:solidFill>
                  <a:srgbClr val="FFB35D"/>
                </a:solidFill>
                <a:latin typeface="Segoe UI"/>
                <a:ea typeface="Segoe UI"/>
                <a:cs typeface="Segoe UI"/>
              </a:defRPr>
            </a:pPr>
            <a:r>
              <a:rPr sz="975" b="1">
                <a:solidFill>
                  <a:srgbClr val="FFB35D"/>
                </a:solidFill>
                <a:latin typeface="Segoe UI"/>
                <a:ea typeface="Segoe UI"/>
                <a:cs typeface="Segoe UI"/>
              </a:rPr>
              <a:t>PERSISTENCE MAP</a:t>
            </a:r>
          </a:p>
        </p:txBody>
      </p:sp>
      <p:sp>
        <p:nvSpPr>
          <p:cNvPr id="19" name="persistence-checkpoint-detail">
            <a:extLst xmlns:a="http://schemas.openxmlformats.org/drawingml/2006/main">
              <a:ext uri="{FF2B5EF4-FFF2-40B4-BE49-F238E27FC236}">
                <a16:creationId xmlns:a16="http://schemas.microsoft.com/office/drawing/2014/main" id="{656A7969-A8FC-471E-ADBE-1E07417839A4}"/>
              </a:ext>
            </a:extLst>
          </p:cNvPr>
          <p:cNvSpPr>
            <a:spLocks xmlns:a="http://schemas.openxmlformats.org/drawingml/2006/main" noGrp="1"/>
          </p:cNvSpPr>
          <p:nvPr/>
        </p:nvSpPr>
        <p:spPr>
          <a:xfrm xmlns:a="http://schemas.openxmlformats.org/drawingml/2006/main">
            <a:off x="514350" y="4114800"/>
            <a:ext cx="2647950" cy="1809750"/>
          </a:xfrm>
          <a:prstGeom xmlns:a="http://schemas.openxmlformats.org/drawingml/2006/main" prst="roundRect">
            <a:avLst>
              <a:gd name="adj" fmla="val 5789"/>
            </a:avLst>
          </a:prstGeom>
          <a:solidFill xmlns:a="http://schemas.openxmlformats.org/drawingml/2006/main">
            <a:srgbClr val="172238"/>
          </a:solidFill>
          <a:ln xmlns:a="http://schemas.openxmlformats.org/drawingml/2006/main" w="11906">
            <a:solidFill>
              <a:srgbClr val="6877FF"/>
            </a:solidFill>
            <a:prstDash val="solid"/>
          </a:ln>
        </p:spPr>
      </p:sp>
      <p:sp>
        <p:nvSpPr>
          <p:cNvPr id="20" name="persistence-detail-postgres-logo-tile">
            <a:extLst xmlns:a="http://schemas.openxmlformats.org/drawingml/2006/main">
              <a:ext uri="{FF2B5EF4-FFF2-40B4-BE49-F238E27FC236}">
                <a16:creationId xmlns:a16="http://schemas.microsoft.com/office/drawing/2014/main" id="{95A98477-8060-4B49-81C3-3BCC0D8DDACB}"/>
              </a:ext>
            </a:extLst>
          </p:cNvPr>
          <p:cNvSpPr>
            <a:spLocks xmlns:a="http://schemas.openxmlformats.org/drawingml/2006/main" noGrp="1"/>
          </p:cNvSpPr>
          <p:nvPr/>
        </p:nvSpPr>
        <p:spPr>
          <a:xfrm xmlns:a="http://schemas.openxmlformats.org/drawingml/2006/main">
            <a:off x="685800" y="4267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1" name="">
            <a:extLst xmlns:a="http://schemas.openxmlformats.org/drawingml/2006/main">
              <a:ext uri="{FF2B5EF4-FFF2-40B4-BE49-F238E27FC236}">
                <a16:creationId xmlns:a16="http://schemas.microsoft.com/office/drawing/2014/main" id="{081850A7-AFE2-4919-81DE-4ECE116623EE}"/>
              </a:ext>
            </a:extLst>
          </p:cNvPr>
          <p:cNvPicPr>
            <a:picLocks xmlns:a="http://schemas.openxmlformats.org/drawingml/2006/main" noChangeAspect="1"/>
          </p:cNvPicPr>
          <p:nvPr/>
        </p:nvPicPr>
        <p:blipFill>
          <a:blip xmlns:r="http://schemas.openxmlformats.org/officeDocument/2006/relationships" xmlns:a="http://schemas.openxmlformats.org/drawingml/2006/main" r:embed="R8057dc7910db42b0">
            <a:extLst>
              <a:ext uri="{96DAC541-7B7A-43D3-8B79-37D633B846F1}">
                <asvg:svgBlip xmlns:asvg="http://schemas.microsoft.com/office/drawing/2016/SVG/main" r:embed="R60268d38875f4548"/>
              </a:ext>
            </a:extLst>
          </a:blip>
          <a:stretch xmlns:a="http://schemas.openxmlformats.org/drawingml/2006/main"/>
        </p:blipFill>
        <p:spPr>
          <a:xfrm xmlns:a="http://schemas.openxmlformats.org/drawingml/2006/main">
            <a:off x="733425" y="4314825"/>
            <a:ext cx="180975" cy="180975"/>
          </a:xfrm>
          <a:prstGeom xmlns:a="http://schemas.openxmlformats.org/drawingml/2006/main" prst="rect">
            <a:avLst/>
          </a:prstGeom>
        </p:spPr>
      </p:pic>
      <p:sp>
        <p:nvSpPr>
          <p:cNvPr id="22" name="persistence-checkpoint-title">
            <a:extLst xmlns:a="http://schemas.openxmlformats.org/drawingml/2006/main">
              <a:ext uri="{FF2B5EF4-FFF2-40B4-BE49-F238E27FC236}">
                <a16:creationId xmlns:a16="http://schemas.microsoft.com/office/drawing/2014/main" id="{ABE2AAD4-4F1B-46CD-8B8F-5C446C4D4426}"/>
              </a:ext>
            </a:extLst>
          </p:cNvPr>
          <p:cNvSpPr>
            <a:spLocks xmlns:a="http://schemas.openxmlformats.org/drawingml/2006/main" noGrp="1"/>
          </p:cNvSpPr>
          <p:nvPr/>
        </p:nvSpPr>
        <p:spPr>
          <a:xfrm xmlns:a="http://schemas.openxmlformats.org/drawingml/2006/main">
            <a:off x="1047750" y="42672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b="1">
                <a:solidFill>
                  <a:srgbClr val="F5F7FC"/>
                </a:solidFill>
                <a:latin typeface="Segoe UI"/>
                <a:ea typeface="Segoe UI"/>
                <a:cs typeface="Segoe UI"/>
              </a:defRPr>
            </a:defPPr>
            <a:lvl1pPr algn="l">
              <a:defRPr sz="1163" b="1">
                <a:solidFill>
                  <a:srgbClr val="F5F7FC"/>
                </a:solidFill>
                <a:latin typeface="Segoe UI"/>
                <a:ea typeface="Segoe UI"/>
                <a:cs typeface="Segoe UI"/>
              </a:defRPr>
            </a:lvl1pPr>
            <a:lvl2pPr algn="l">
              <a:defRPr sz="1163" b="1">
                <a:solidFill>
                  <a:srgbClr val="F5F7FC"/>
                </a:solidFill>
                <a:latin typeface="Segoe UI"/>
                <a:ea typeface="Segoe UI"/>
                <a:cs typeface="Segoe UI"/>
              </a:defRPr>
            </a:lvl2pPr>
            <a:lvl3pPr algn="l">
              <a:defRPr sz="1163" b="1">
                <a:solidFill>
                  <a:srgbClr val="F5F7FC"/>
                </a:solidFill>
                <a:latin typeface="Segoe UI"/>
                <a:ea typeface="Segoe UI"/>
                <a:cs typeface="Segoe UI"/>
              </a:defRPr>
            </a:lvl3pPr>
            <a:lvl4pPr algn="l">
              <a:defRPr sz="1163" b="1">
                <a:solidFill>
                  <a:srgbClr val="F5F7FC"/>
                </a:solidFill>
                <a:latin typeface="Segoe UI"/>
                <a:ea typeface="Segoe UI"/>
                <a:cs typeface="Segoe UI"/>
              </a:defRPr>
            </a:lvl4pPr>
            <a:lvl5pPr algn="l">
              <a:defRPr sz="1163" b="1">
                <a:solidFill>
                  <a:srgbClr val="F5F7FC"/>
                </a:solidFill>
                <a:latin typeface="Segoe UI"/>
                <a:ea typeface="Segoe UI"/>
                <a:cs typeface="Segoe UI"/>
              </a:defRPr>
            </a:lvl5pPr>
            <a:lvl6pPr algn="l">
              <a:defRPr sz="1163" b="1">
                <a:solidFill>
                  <a:srgbClr val="F5F7FC"/>
                </a:solidFill>
                <a:latin typeface="Segoe UI"/>
                <a:ea typeface="Segoe UI"/>
                <a:cs typeface="Segoe UI"/>
              </a:defRPr>
            </a:lvl6pPr>
            <a:lvl7pPr algn="l">
              <a:defRPr sz="1163" b="1">
                <a:solidFill>
                  <a:srgbClr val="F5F7FC"/>
                </a:solidFill>
                <a:latin typeface="Segoe UI"/>
                <a:ea typeface="Segoe UI"/>
                <a:cs typeface="Segoe UI"/>
              </a:defRPr>
            </a:lvl7pPr>
            <a:lvl8pPr algn="l">
              <a:defRPr sz="1163" b="1">
                <a:solidFill>
                  <a:srgbClr val="F5F7FC"/>
                </a:solidFill>
                <a:latin typeface="Segoe UI"/>
                <a:ea typeface="Segoe UI"/>
                <a:cs typeface="Segoe UI"/>
              </a:defRPr>
            </a:lvl8pPr>
            <a:lvl9pPr algn="l">
              <a:defRPr sz="1163" b="1">
                <a:solidFill>
                  <a:srgbClr val="F5F7FC"/>
                </a:solidFill>
                <a:latin typeface="Segoe UI"/>
                <a:ea typeface="Segoe UI"/>
                <a:cs typeface="Segoe UI"/>
              </a:defRPr>
            </a:lvl9pPr>
          </a:lstStyle>
          <a:p xmlns:a="http://schemas.openxmlformats.org/drawingml/2006/main">
            <a:pPr algn="l">
              <a:defRPr sz="1163" b="1">
                <a:solidFill>
                  <a:srgbClr val="F5F7FC"/>
                </a:solidFill>
                <a:latin typeface="Segoe UI"/>
                <a:ea typeface="Segoe UI"/>
                <a:cs typeface="Segoe UI"/>
              </a:defRPr>
            </a:pPr>
            <a:r>
              <a:rPr sz="1163" b="1">
                <a:solidFill>
                  <a:srgbClr val="F5F7FC"/>
                </a:solidFill>
                <a:latin typeface="Segoe UI"/>
                <a:ea typeface="Segoe UI"/>
                <a:cs typeface="Segoe UI"/>
              </a:rPr>
              <a:t>Graph checkpoint</a:t>
            </a:r>
          </a:p>
        </p:txBody>
      </p:sp>
      <p:sp>
        <p:nvSpPr>
          <p:cNvPr id="23" name="persistence-checkpoint-body">
            <a:extLst xmlns:a="http://schemas.openxmlformats.org/drawingml/2006/main">
              <a:ext uri="{FF2B5EF4-FFF2-40B4-BE49-F238E27FC236}">
                <a16:creationId xmlns:a16="http://schemas.microsoft.com/office/drawing/2014/main" id="{BCEC7FC5-251D-4740-B133-E680F84A33A8}"/>
              </a:ext>
            </a:extLst>
          </p:cNvPr>
          <p:cNvSpPr>
            <a:spLocks xmlns:a="http://schemas.openxmlformats.org/drawingml/2006/main" noGrp="1"/>
          </p:cNvSpPr>
          <p:nvPr/>
        </p:nvSpPr>
        <p:spPr>
          <a:xfrm xmlns:a="http://schemas.openxmlformats.org/drawingml/2006/main">
            <a:off x="685800" y="4657725"/>
            <a:ext cx="2305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AsyncPostgresSaver persists LangGraph state transitions when the graph is configured with a checkpointer. This supports graph continuation across turns.</a:t>
            </a:r>
          </a:p>
        </p:txBody>
      </p:sp>
      <p:sp>
        <p:nvSpPr>
          <p:cNvPr id="24" name="persistence-records-detail">
            <a:extLst xmlns:a="http://schemas.openxmlformats.org/drawingml/2006/main">
              <a:ext uri="{FF2B5EF4-FFF2-40B4-BE49-F238E27FC236}">
                <a16:creationId xmlns:a16="http://schemas.microsoft.com/office/drawing/2014/main" id="{8C13CCF2-EDEF-43C2-81B9-B961AB7B89DB}"/>
              </a:ext>
            </a:extLst>
          </p:cNvPr>
          <p:cNvSpPr>
            <a:spLocks xmlns:a="http://schemas.openxmlformats.org/drawingml/2006/main" noGrp="1"/>
          </p:cNvSpPr>
          <p:nvPr/>
        </p:nvSpPr>
        <p:spPr>
          <a:xfrm xmlns:a="http://schemas.openxmlformats.org/drawingml/2006/main">
            <a:off x="3362325" y="4114800"/>
            <a:ext cx="2647950" cy="1809750"/>
          </a:xfrm>
          <a:prstGeom xmlns:a="http://schemas.openxmlformats.org/drawingml/2006/main" prst="roundRect">
            <a:avLst>
              <a:gd name="adj" fmla="val 5789"/>
            </a:avLst>
          </a:prstGeom>
          <a:solidFill xmlns:a="http://schemas.openxmlformats.org/drawingml/2006/main">
            <a:srgbClr val="172238"/>
          </a:solidFill>
          <a:ln xmlns:a="http://schemas.openxmlformats.org/drawingml/2006/main" w="11906">
            <a:solidFill>
              <a:srgbClr val="37C9C4"/>
            </a:solidFill>
            <a:prstDash val="solid"/>
          </a:ln>
        </p:spPr>
      </p:sp>
      <p:sp>
        <p:nvSpPr>
          <p:cNvPr id="25" name="persistence-records-postgres-logo-tile">
            <a:extLst xmlns:a="http://schemas.openxmlformats.org/drawingml/2006/main">
              <a:ext uri="{FF2B5EF4-FFF2-40B4-BE49-F238E27FC236}">
                <a16:creationId xmlns:a16="http://schemas.microsoft.com/office/drawing/2014/main" id="{36F20C80-F38F-4992-9E1E-019A8D6E9BC1}"/>
              </a:ext>
            </a:extLst>
          </p:cNvPr>
          <p:cNvSpPr>
            <a:spLocks xmlns:a="http://schemas.openxmlformats.org/drawingml/2006/main" noGrp="1"/>
          </p:cNvSpPr>
          <p:nvPr/>
        </p:nvSpPr>
        <p:spPr>
          <a:xfrm xmlns:a="http://schemas.openxmlformats.org/drawingml/2006/main">
            <a:off x="3533775" y="4267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26" name="">
            <a:extLst xmlns:a="http://schemas.openxmlformats.org/drawingml/2006/main">
              <a:ext uri="{FF2B5EF4-FFF2-40B4-BE49-F238E27FC236}">
                <a16:creationId xmlns:a16="http://schemas.microsoft.com/office/drawing/2014/main" id="{7BDA02BD-3FFF-4340-B30F-2911A6D12021}"/>
              </a:ext>
            </a:extLst>
          </p:cNvPr>
          <p:cNvPicPr>
            <a:picLocks xmlns:a="http://schemas.openxmlformats.org/drawingml/2006/main" noChangeAspect="1"/>
          </p:cNvPicPr>
          <p:nvPr/>
        </p:nvPicPr>
        <p:blipFill>
          <a:blip xmlns:r="http://schemas.openxmlformats.org/officeDocument/2006/relationships" xmlns:a="http://schemas.openxmlformats.org/drawingml/2006/main" r:embed="Rcf0cda2b898142b3">
            <a:extLst>
              <a:ext uri="{96DAC541-7B7A-43D3-8B79-37D633B846F1}">
                <asvg:svgBlip xmlns:asvg="http://schemas.microsoft.com/office/drawing/2016/SVG/main" r:embed="R67f2f04042924a81"/>
              </a:ext>
            </a:extLst>
          </a:blip>
          <a:stretch xmlns:a="http://schemas.openxmlformats.org/drawingml/2006/main"/>
        </p:blipFill>
        <p:spPr>
          <a:xfrm xmlns:a="http://schemas.openxmlformats.org/drawingml/2006/main">
            <a:off x="3581400" y="4314825"/>
            <a:ext cx="180975" cy="180975"/>
          </a:xfrm>
          <a:prstGeom xmlns:a="http://schemas.openxmlformats.org/drawingml/2006/main" prst="rect">
            <a:avLst/>
          </a:prstGeom>
        </p:spPr>
      </p:pic>
      <p:sp>
        <p:nvSpPr>
          <p:cNvPr id="27" name="persistence-records-title">
            <a:extLst xmlns:a="http://schemas.openxmlformats.org/drawingml/2006/main">
              <a:ext uri="{FF2B5EF4-FFF2-40B4-BE49-F238E27FC236}">
                <a16:creationId xmlns:a16="http://schemas.microsoft.com/office/drawing/2014/main" id="{2D00E026-50E7-4971-B5AC-217EA33A54C6}"/>
              </a:ext>
            </a:extLst>
          </p:cNvPr>
          <p:cNvSpPr>
            <a:spLocks xmlns:a="http://schemas.openxmlformats.org/drawingml/2006/main" noGrp="1"/>
          </p:cNvSpPr>
          <p:nvPr/>
        </p:nvSpPr>
        <p:spPr>
          <a:xfrm xmlns:a="http://schemas.openxmlformats.org/drawingml/2006/main">
            <a:off x="3895725" y="42672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63" b="1">
                <a:solidFill>
                  <a:srgbClr val="F5F7FC"/>
                </a:solidFill>
                <a:latin typeface="Segoe UI"/>
                <a:ea typeface="Segoe UI"/>
                <a:cs typeface="Segoe UI"/>
              </a:defRPr>
            </a:defPPr>
            <a:lvl1pPr algn="l">
              <a:defRPr sz="1163" b="1">
                <a:solidFill>
                  <a:srgbClr val="F5F7FC"/>
                </a:solidFill>
                <a:latin typeface="Segoe UI"/>
                <a:ea typeface="Segoe UI"/>
                <a:cs typeface="Segoe UI"/>
              </a:defRPr>
            </a:lvl1pPr>
            <a:lvl2pPr algn="l">
              <a:defRPr sz="1163" b="1">
                <a:solidFill>
                  <a:srgbClr val="F5F7FC"/>
                </a:solidFill>
                <a:latin typeface="Segoe UI"/>
                <a:ea typeface="Segoe UI"/>
                <a:cs typeface="Segoe UI"/>
              </a:defRPr>
            </a:lvl2pPr>
            <a:lvl3pPr algn="l">
              <a:defRPr sz="1163" b="1">
                <a:solidFill>
                  <a:srgbClr val="F5F7FC"/>
                </a:solidFill>
                <a:latin typeface="Segoe UI"/>
                <a:ea typeface="Segoe UI"/>
                <a:cs typeface="Segoe UI"/>
              </a:defRPr>
            </a:lvl3pPr>
            <a:lvl4pPr algn="l">
              <a:defRPr sz="1163" b="1">
                <a:solidFill>
                  <a:srgbClr val="F5F7FC"/>
                </a:solidFill>
                <a:latin typeface="Segoe UI"/>
                <a:ea typeface="Segoe UI"/>
                <a:cs typeface="Segoe UI"/>
              </a:defRPr>
            </a:lvl4pPr>
            <a:lvl5pPr algn="l">
              <a:defRPr sz="1163" b="1">
                <a:solidFill>
                  <a:srgbClr val="F5F7FC"/>
                </a:solidFill>
                <a:latin typeface="Segoe UI"/>
                <a:ea typeface="Segoe UI"/>
                <a:cs typeface="Segoe UI"/>
              </a:defRPr>
            </a:lvl5pPr>
            <a:lvl6pPr algn="l">
              <a:defRPr sz="1163" b="1">
                <a:solidFill>
                  <a:srgbClr val="F5F7FC"/>
                </a:solidFill>
                <a:latin typeface="Segoe UI"/>
                <a:ea typeface="Segoe UI"/>
                <a:cs typeface="Segoe UI"/>
              </a:defRPr>
            </a:lvl6pPr>
            <a:lvl7pPr algn="l">
              <a:defRPr sz="1163" b="1">
                <a:solidFill>
                  <a:srgbClr val="F5F7FC"/>
                </a:solidFill>
                <a:latin typeface="Segoe UI"/>
                <a:ea typeface="Segoe UI"/>
                <a:cs typeface="Segoe UI"/>
              </a:defRPr>
            </a:lvl7pPr>
            <a:lvl8pPr algn="l">
              <a:defRPr sz="1163" b="1">
                <a:solidFill>
                  <a:srgbClr val="F5F7FC"/>
                </a:solidFill>
                <a:latin typeface="Segoe UI"/>
                <a:ea typeface="Segoe UI"/>
                <a:cs typeface="Segoe UI"/>
              </a:defRPr>
            </a:lvl8pPr>
            <a:lvl9pPr algn="l">
              <a:defRPr sz="1163" b="1">
                <a:solidFill>
                  <a:srgbClr val="F5F7FC"/>
                </a:solidFill>
                <a:latin typeface="Segoe UI"/>
                <a:ea typeface="Segoe UI"/>
                <a:cs typeface="Segoe UI"/>
              </a:defRPr>
            </a:lvl9pPr>
          </a:lstStyle>
          <a:p xmlns:a="http://schemas.openxmlformats.org/drawingml/2006/main">
            <a:pPr algn="l">
              <a:defRPr sz="1163" b="1">
                <a:solidFill>
                  <a:srgbClr val="F5F7FC"/>
                </a:solidFill>
                <a:latin typeface="Segoe UI"/>
                <a:ea typeface="Segoe UI"/>
                <a:cs typeface="Segoe UI"/>
              </a:defRPr>
            </a:pPr>
            <a:r>
              <a:rPr sz="1163" b="1">
                <a:solidFill>
                  <a:srgbClr val="F5F7FC"/>
                </a:solidFill>
                <a:latin typeface="Segoe UI"/>
                <a:ea typeface="Segoe UI"/>
                <a:cs typeface="Segoe UI"/>
              </a:rPr>
              <a:t>Learning records</a:t>
            </a:r>
          </a:p>
        </p:txBody>
      </p:sp>
      <p:sp>
        <p:nvSpPr>
          <p:cNvPr id="28" name="persistence-records-body">
            <a:extLst xmlns:a="http://schemas.openxmlformats.org/drawingml/2006/main">
              <a:ext uri="{FF2B5EF4-FFF2-40B4-BE49-F238E27FC236}">
                <a16:creationId xmlns:a16="http://schemas.microsoft.com/office/drawing/2014/main" id="{6F932267-ACD2-404E-B438-5BC966E9FCA6}"/>
              </a:ext>
            </a:extLst>
          </p:cNvPr>
          <p:cNvSpPr>
            <a:spLocks xmlns:a="http://schemas.openxmlformats.org/drawingml/2006/main" noGrp="1"/>
          </p:cNvSpPr>
          <p:nvPr/>
        </p:nvSpPr>
        <p:spPr>
          <a:xfrm xmlns:a="http://schemas.openxmlformats.org/drawingml/2006/main">
            <a:off x="3533775" y="4657725"/>
            <a:ext cx="2305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Unscoped valid concept attempts persist the global StudentModel. Analytics saves analytics_reports on the regular student path, best effort. Quiz Analyzer itself writes no database rows.</a:t>
            </a:r>
          </a:p>
        </p:txBody>
      </p:sp>
      <p:sp>
        <p:nvSpPr>
          <p:cNvPr id="29" name="persistence-redis-detail">
            <a:extLst xmlns:a="http://schemas.openxmlformats.org/drawingml/2006/main">
              <a:ext uri="{FF2B5EF4-FFF2-40B4-BE49-F238E27FC236}">
                <a16:creationId xmlns:a16="http://schemas.microsoft.com/office/drawing/2014/main" id="{E0918A1E-161D-4072-9FC8-AA30FB5F741C}"/>
              </a:ext>
            </a:extLst>
          </p:cNvPr>
          <p:cNvSpPr>
            <a:spLocks xmlns:a="http://schemas.openxmlformats.org/drawingml/2006/main" noGrp="1"/>
          </p:cNvSpPr>
          <p:nvPr/>
        </p:nvSpPr>
        <p:spPr>
          <a:xfrm xmlns:a="http://schemas.openxmlformats.org/drawingml/2006/main">
            <a:off x="6210300" y="4114800"/>
            <a:ext cx="2647950" cy="1809750"/>
          </a:xfrm>
          <a:prstGeom xmlns:a="http://schemas.openxmlformats.org/drawingml/2006/main" prst="roundRect">
            <a:avLst>
              <a:gd name="adj" fmla="val 5789"/>
            </a:avLst>
          </a:prstGeom>
          <a:solidFill xmlns:a="http://schemas.openxmlformats.org/drawingml/2006/main">
            <a:srgbClr val="172238"/>
          </a:solidFill>
          <a:ln xmlns:a="http://schemas.openxmlformats.org/drawingml/2006/main" w="11906">
            <a:solidFill>
              <a:srgbClr val="FF7F91"/>
            </a:solidFill>
            <a:prstDash val="solid"/>
          </a:ln>
        </p:spPr>
      </p:sp>
      <p:sp>
        <p:nvSpPr>
          <p:cNvPr id="30" name="persistence-detail-redis-logo-tile">
            <a:extLst xmlns:a="http://schemas.openxmlformats.org/drawingml/2006/main">
              <a:ext uri="{FF2B5EF4-FFF2-40B4-BE49-F238E27FC236}">
                <a16:creationId xmlns:a16="http://schemas.microsoft.com/office/drawing/2014/main" id="{51222BE4-195A-4F03-816C-4CF7F2B95B23}"/>
              </a:ext>
            </a:extLst>
          </p:cNvPr>
          <p:cNvSpPr>
            <a:spLocks xmlns:a="http://schemas.openxmlformats.org/drawingml/2006/main" noGrp="1"/>
          </p:cNvSpPr>
          <p:nvPr/>
        </p:nvSpPr>
        <p:spPr>
          <a:xfrm xmlns:a="http://schemas.openxmlformats.org/drawingml/2006/main">
            <a:off x="6381750" y="4267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31" name="">
            <a:extLst xmlns:a="http://schemas.openxmlformats.org/drawingml/2006/main">
              <a:ext uri="{FF2B5EF4-FFF2-40B4-BE49-F238E27FC236}">
                <a16:creationId xmlns:a16="http://schemas.microsoft.com/office/drawing/2014/main" id="{67CC513E-58C8-434C-B23E-F5889F5464C1}"/>
              </a:ext>
            </a:extLst>
          </p:cNvPr>
          <p:cNvPicPr>
            <a:picLocks xmlns:a="http://schemas.openxmlformats.org/drawingml/2006/main" noChangeAspect="1"/>
          </p:cNvPicPr>
          <p:nvPr/>
        </p:nvPicPr>
        <p:blipFill>
          <a:blip xmlns:r="http://schemas.openxmlformats.org/officeDocument/2006/relationships" xmlns:a="http://schemas.openxmlformats.org/drawingml/2006/main" r:embed="Rc2bd970052f946fa">
            <a:extLst>
              <a:ext uri="{96DAC541-7B7A-43D3-8B79-37D633B846F1}">
                <asvg:svgBlip xmlns:asvg="http://schemas.microsoft.com/office/drawing/2016/SVG/main" r:embed="Rbd696f8d674243cd"/>
              </a:ext>
            </a:extLst>
          </a:blip>
          <a:stretch xmlns:a="http://schemas.openxmlformats.org/drawingml/2006/main"/>
        </p:blipFill>
        <p:spPr>
          <a:xfrm xmlns:a="http://schemas.openxmlformats.org/drawingml/2006/main">
            <a:off x="6429375" y="4314825"/>
            <a:ext cx="180975" cy="180975"/>
          </a:xfrm>
          <a:prstGeom xmlns:a="http://schemas.openxmlformats.org/drawingml/2006/main" prst="rect">
            <a:avLst/>
          </a:prstGeom>
        </p:spPr>
      </p:pic>
      <p:sp>
        <p:nvSpPr>
          <p:cNvPr id="32" name="persistence-redis-title">
            <a:extLst xmlns:a="http://schemas.openxmlformats.org/drawingml/2006/main">
              <a:ext uri="{FF2B5EF4-FFF2-40B4-BE49-F238E27FC236}">
                <a16:creationId xmlns:a16="http://schemas.microsoft.com/office/drawing/2014/main" id="{44655DF0-7D79-4FEE-9A3F-15DEA8DFBBB9}"/>
              </a:ext>
            </a:extLst>
          </p:cNvPr>
          <p:cNvSpPr>
            <a:spLocks xmlns:a="http://schemas.openxmlformats.org/drawingml/2006/main" noGrp="1"/>
          </p:cNvSpPr>
          <p:nvPr/>
        </p:nvSpPr>
        <p:spPr>
          <a:xfrm xmlns:a="http://schemas.openxmlformats.org/drawingml/2006/main">
            <a:off x="6743700" y="4267200"/>
            <a:ext cx="194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1">
                <a:solidFill>
                  <a:srgbClr val="F5F7FC"/>
                </a:solidFill>
                <a:latin typeface="Segoe UI"/>
                <a:ea typeface="Segoe UI"/>
                <a:cs typeface="Segoe UI"/>
              </a:defRPr>
            </a:defPPr>
            <a:lvl1pPr algn="l">
              <a:defRPr sz="1125" b="1">
                <a:solidFill>
                  <a:srgbClr val="F5F7FC"/>
                </a:solidFill>
                <a:latin typeface="Segoe UI"/>
                <a:ea typeface="Segoe UI"/>
                <a:cs typeface="Segoe UI"/>
              </a:defRPr>
            </a:lvl1pPr>
            <a:lvl2pPr algn="l">
              <a:defRPr sz="1125" b="1">
                <a:solidFill>
                  <a:srgbClr val="F5F7FC"/>
                </a:solidFill>
                <a:latin typeface="Segoe UI"/>
                <a:ea typeface="Segoe UI"/>
                <a:cs typeface="Segoe UI"/>
              </a:defRPr>
            </a:lvl2pPr>
            <a:lvl3pPr algn="l">
              <a:defRPr sz="1125" b="1">
                <a:solidFill>
                  <a:srgbClr val="F5F7FC"/>
                </a:solidFill>
                <a:latin typeface="Segoe UI"/>
                <a:ea typeface="Segoe UI"/>
                <a:cs typeface="Segoe UI"/>
              </a:defRPr>
            </a:lvl3pPr>
            <a:lvl4pPr algn="l">
              <a:defRPr sz="1125" b="1">
                <a:solidFill>
                  <a:srgbClr val="F5F7FC"/>
                </a:solidFill>
                <a:latin typeface="Segoe UI"/>
                <a:ea typeface="Segoe UI"/>
                <a:cs typeface="Segoe UI"/>
              </a:defRPr>
            </a:lvl4pPr>
            <a:lvl5pPr algn="l">
              <a:defRPr sz="1125" b="1">
                <a:solidFill>
                  <a:srgbClr val="F5F7FC"/>
                </a:solidFill>
                <a:latin typeface="Segoe UI"/>
                <a:ea typeface="Segoe UI"/>
                <a:cs typeface="Segoe UI"/>
              </a:defRPr>
            </a:lvl5pPr>
            <a:lvl6pPr algn="l">
              <a:defRPr sz="1125" b="1">
                <a:solidFill>
                  <a:srgbClr val="F5F7FC"/>
                </a:solidFill>
                <a:latin typeface="Segoe UI"/>
                <a:ea typeface="Segoe UI"/>
                <a:cs typeface="Segoe UI"/>
              </a:defRPr>
            </a:lvl6pPr>
            <a:lvl7pPr algn="l">
              <a:defRPr sz="1125" b="1">
                <a:solidFill>
                  <a:srgbClr val="F5F7FC"/>
                </a:solidFill>
                <a:latin typeface="Segoe UI"/>
                <a:ea typeface="Segoe UI"/>
                <a:cs typeface="Segoe UI"/>
              </a:defRPr>
            </a:lvl7pPr>
            <a:lvl8pPr algn="l">
              <a:defRPr sz="1125" b="1">
                <a:solidFill>
                  <a:srgbClr val="F5F7FC"/>
                </a:solidFill>
                <a:latin typeface="Segoe UI"/>
                <a:ea typeface="Segoe UI"/>
                <a:cs typeface="Segoe UI"/>
              </a:defRPr>
            </a:lvl8pPr>
            <a:lvl9pPr algn="l">
              <a:defRPr sz="1125" b="1">
                <a:solidFill>
                  <a:srgbClr val="F5F7FC"/>
                </a:solidFill>
                <a:latin typeface="Segoe UI"/>
                <a:ea typeface="Segoe UI"/>
                <a:cs typeface="Segoe UI"/>
              </a:defRPr>
            </a:lvl9pPr>
          </a:lstStyle>
          <a:p xmlns:a="http://schemas.openxmlformats.org/drawingml/2006/main">
            <a:pPr algn="l">
              <a:defRPr sz="1125" b="1">
                <a:solidFill>
                  <a:srgbClr val="F5F7FC"/>
                </a:solidFill>
                <a:latin typeface="Segoe UI"/>
                <a:ea typeface="Segoe UI"/>
                <a:cs typeface="Segoe UI"/>
              </a:defRPr>
            </a:pPr>
            <a:r>
              <a:rPr sz="1125" b="1">
                <a:solidFill>
                  <a:srgbClr val="F5F7FC"/>
                </a:solidFill>
                <a:latin typeface="Segoe UI"/>
                <a:ea typeface="Segoe UI"/>
                <a:cs typeface="Segoe UI"/>
              </a:rPr>
              <a:t>Short-term quiz state</a:t>
            </a:r>
          </a:p>
        </p:txBody>
      </p:sp>
      <p:sp>
        <p:nvSpPr>
          <p:cNvPr id="33" name="persistence-redis-body">
            <a:extLst xmlns:a="http://schemas.openxmlformats.org/drawingml/2006/main">
              <a:ext uri="{FF2B5EF4-FFF2-40B4-BE49-F238E27FC236}">
                <a16:creationId xmlns:a16="http://schemas.microsoft.com/office/drawing/2014/main" id="{CD4B5D8B-3121-48C8-809B-0E08AAC7CA86}"/>
              </a:ext>
            </a:extLst>
          </p:cNvPr>
          <p:cNvSpPr>
            <a:spLocks xmlns:a="http://schemas.openxmlformats.org/drawingml/2006/main" noGrp="1"/>
          </p:cNvSpPr>
          <p:nvPr/>
        </p:nvSpPr>
        <p:spPr>
          <a:xfrm xmlns:a="http://schemas.openxmlformats.org/drawingml/2006/main">
            <a:off x="6381750" y="4657725"/>
            <a:ext cx="23050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Chat sessions mirror question set, current index, retry count, attempts and cumulative score. Scoring writes progress on each call; router can rehydrate it next turn. Redis writes are best effort.</a:t>
            </a:r>
          </a:p>
        </p:txBody>
      </p:sp>
      <p:sp>
        <p:nvSpPr>
          <p:cNvPr id="34" name="persistence-assessment-api-detail">
            <a:extLst xmlns:a="http://schemas.openxmlformats.org/drawingml/2006/main">
              <a:ext uri="{FF2B5EF4-FFF2-40B4-BE49-F238E27FC236}">
                <a16:creationId xmlns:a16="http://schemas.microsoft.com/office/drawing/2014/main" id="{09F6058D-FD17-4882-B7FD-45486A432C26}"/>
              </a:ext>
            </a:extLst>
          </p:cNvPr>
          <p:cNvSpPr>
            <a:spLocks xmlns:a="http://schemas.openxmlformats.org/drawingml/2006/main" noGrp="1"/>
          </p:cNvSpPr>
          <p:nvPr/>
        </p:nvSpPr>
        <p:spPr>
          <a:xfrm xmlns:a="http://schemas.openxmlformats.org/drawingml/2006/main">
            <a:off x="9058275" y="4114800"/>
            <a:ext cx="2619375" cy="1809750"/>
          </a:xfrm>
          <a:prstGeom xmlns:a="http://schemas.openxmlformats.org/drawingml/2006/main" prst="roundRect">
            <a:avLst>
              <a:gd name="adj" fmla="val 5789"/>
            </a:avLst>
          </a:prstGeom>
          <a:solidFill xmlns:a="http://schemas.openxmlformats.org/drawingml/2006/main">
            <a:srgbClr val="172238"/>
          </a:solidFill>
          <a:ln xmlns:a="http://schemas.openxmlformats.org/drawingml/2006/main" w="11906">
            <a:solidFill>
              <a:srgbClr val="FFB35D"/>
            </a:solidFill>
            <a:prstDash val="solid"/>
          </a:ln>
        </p:spPr>
      </p:sp>
      <p:sp>
        <p:nvSpPr>
          <p:cNvPr id="35" name="persistence-detail-fastapi-logo-tile">
            <a:extLst xmlns:a="http://schemas.openxmlformats.org/drawingml/2006/main">
              <a:ext uri="{FF2B5EF4-FFF2-40B4-BE49-F238E27FC236}">
                <a16:creationId xmlns:a16="http://schemas.microsoft.com/office/drawing/2014/main" id="{BFFBF48F-EC88-48C2-9745-3A709648998B}"/>
              </a:ext>
            </a:extLst>
          </p:cNvPr>
          <p:cNvSpPr>
            <a:spLocks xmlns:a="http://schemas.openxmlformats.org/drawingml/2006/main" noGrp="1"/>
          </p:cNvSpPr>
          <p:nvPr/>
        </p:nvSpPr>
        <p:spPr>
          <a:xfrm xmlns:a="http://schemas.openxmlformats.org/drawingml/2006/main">
            <a:off x="9229725" y="4267200"/>
            <a:ext cx="276225" cy="276225"/>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4763">
            <a:solidFill>
              <a:srgbClr val="FFFFFF"/>
            </a:solidFill>
            <a:prstDash val="solid"/>
          </a:ln>
        </p:spPr>
      </p:sp>
      <p:pic>
        <p:nvPicPr>
          <p:cNvPr id="36" name="">
            <a:extLst xmlns:a="http://schemas.openxmlformats.org/drawingml/2006/main">
              <a:ext uri="{FF2B5EF4-FFF2-40B4-BE49-F238E27FC236}">
                <a16:creationId xmlns:a16="http://schemas.microsoft.com/office/drawing/2014/main" id="{729BE1B8-1463-450E-AB46-3E2F0BDF0FB3}"/>
              </a:ext>
            </a:extLst>
          </p:cNvPr>
          <p:cNvPicPr>
            <a:picLocks xmlns:a="http://schemas.openxmlformats.org/drawingml/2006/main" noChangeAspect="1"/>
          </p:cNvPicPr>
          <p:nvPr/>
        </p:nvPicPr>
        <p:blipFill>
          <a:blip xmlns:r="http://schemas.openxmlformats.org/officeDocument/2006/relationships" xmlns:a="http://schemas.openxmlformats.org/drawingml/2006/main" r:embed="R18d33d90453240ae">
            <a:extLst>
              <a:ext uri="{96DAC541-7B7A-43D3-8B79-37D633B846F1}">
                <asvg:svgBlip xmlns:asvg="http://schemas.microsoft.com/office/drawing/2016/SVG/main" r:embed="R3077f0deea294d26"/>
              </a:ext>
            </a:extLst>
          </a:blip>
          <a:stretch xmlns:a="http://schemas.openxmlformats.org/drawingml/2006/main"/>
        </p:blipFill>
        <p:spPr>
          <a:xfrm xmlns:a="http://schemas.openxmlformats.org/drawingml/2006/main">
            <a:off x="9277350" y="4314825"/>
            <a:ext cx="180975" cy="180975"/>
          </a:xfrm>
          <a:prstGeom xmlns:a="http://schemas.openxmlformats.org/drawingml/2006/main" prst="rect">
            <a:avLst/>
          </a:prstGeom>
        </p:spPr>
      </p:pic>
      <p:sp>
        <p:nvSpPr>
          <p:cNvPr id="37" name="persistence-assessment-api-title">
            <a:extLst xmlns:a="http://schemas.openxmlformats.org/drawingml/2006/main">
              <a:ext uri="{FF2B5EF4-FFF2-40B4-BE49-F238E27FC236}">
                <a16:creationId xmlns:a16="http://schemas.microsoft.com/office/drawing/2014/main" id="{CCE8E3DC-4A0C-4E3C-9FF3-C8DF30BBE0A7}"/>
              </a:ext>
            </a:extLst>
          </p:cNvPr>
          <p:cNvSpPr>
            <a:spLocks xmlns:a="http://schemas.openxmlformats.org/drawingml/2006/main" noGrp="1"/>
          </p:cNvSpPr>
          <p:nvPr/>
        </p:nvSpPr>
        <p:spPr>
          <a:xfrm xmlns:a="http://schemas.openxmlformats.org/drawingml/2006/main">
            <a:off x="9591675" y="4267200"/>
            <a:ext cx="19145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088" b="1">
                <a:solidFill>
                  <a:srgbClr val="F5F7FC"/>
                </a:solidFill>
                <a:latin typeface="Segoe UI"/>
                <a:ea typeface="Segoe UI"/>
                <a:cs typeface="Segoe UI"/>
              </a:defRPr>
            </a:defPPr>
            <a:lvl1pPr algn="l">
              <a:defRPr sz="1088" b="1">
                <a:solidFill>
                  <a:srgbClr val="F5F7FC"/>
                </a:solidFill>
                <a:latin typeface="Segoe UI"/>
                <a:ea typeface="Segoe UI"/>
                <a:cs typeface="Segoe UI"/>
              </a:defRPr>
            </a:lvl1pPr>
            <a:lvl2pPr algn="l">
              <a:defRPr sz="1088" b="1">
                <a:solidFill>
                  <a:srgbClr val="F5F7FC"/>
                </a:solidFill>
                <a:latin typeface="Segoe UI"/>
                <a:ea typeface="Segoe UI"/>
                <a:cs typeface="Segoe UI"/>
              </a:defRPr>
            </a:lvl2pPr>
            <a:lvl3pPr algn="l">
              <a:defRPr sz="1088" b="1">
                <a:solidFill>
                  <a:srgbClr val="F5F7FC"/>
                </a:solidFill>
                <a:latin typeface="Segoe UI"/>
                <a:ea typeface="Segoe UI"/>
                <a:cs typeface="Segoe UI"/>
              </a:defRPr>
            </a:lvl3pPr>
            <a:lvl4pPr algn="l">
              <a:defRPr sz="1088" b="1">
                <a:solidFill>
                  <a:srgbClr val="F5F7FC"/>
                </a:solidFill>
                <a:latin typeface="Segoe UI"/>
                <a:ea typeface="Segoe UI"/>
                <a:cs typeface="Segoe UI"/>
              </a:defRPr>
            </a:lvl4pPr>
            <a:lvl5pPr algn="l">
              <a:defRPr sz="1088" b="1">
                <a:solidFill>
                  <a:srgbClr val="F5F7FC"/>
                </a:solidFill>
                <a:latin typeface="Segoe UI"/>
                <a:ea typeface="Segoe UI"/>
                <a:cs typeface="Segoe UI"/>
              </a:defRPr>
            </a:lvl5pPr>
            <a:lvl6pPr algn="l">
              <a:defRPr sz="1088" b="1">
                <a:solidFill>
                  <a:srgbClr val="F5F7FC"/>
                </a:solidFill>
                <a:latin typeface="Segoe UI"/>
                <a:ea typeface="Segoe UI"/>
                <a:cs typeface="Segoe UI"/>
              </a:defRPr>
            </a:lvl6pPr>
            <a:lvl7pPr algn="l">
              <a:defRPr sz="1088" b="1">
                <a:solidFill>
                  <a:srgbClr val="F5F7FC"/>
                </a:solidFill>
                <a:latin typeface="Segoe UI"/>
                <a:ea typeface="Segoe UI"/>
                <a:cs typeface="Segoe UI"/>
              </a:defRPr>
            </a:lvl7pPr>
            <a:lvl8pPr algn="l">
              <a:defRPr sz="1088" b="1">
                <a:solidFill>
                  <a:srgbClr val="F5F7FC"/>
                </a:solidFill>
                <a:latin typeface="Segoe UI"/>
                <a:ea typeface="Segoe UI"/>
                <a:cs typeface="Segoe UI"/>
              </a:defRPr>
            </a:lvl8pPr>
            <a:lvl9pPr algn="l">
              <a:defRPr sz="1088" b="1">
                <a:solidFill>
                  <a:srgbClr val="F5F7FC"/>
                </a:solidFill>
                <a:latin typeface="Segoe UI"/>
                <a:ea typeface="Segoe UI"/>
                <a:cs typeface="Segoe UI"/>
              </a:defRPr>
            </a:lvl9pPr>
          </a:lstStyle>
          <a:p xmlns:a="http://schemas.openxmlformats.org/drawingml/2006/main">
            <a:pPr algn="l">
              <a:defRPr sz="1088" b="1">
                <a:solidFill>
                  <a:srgbClr val="F5F7FC"/>
                </a:solidFill>
                <a:latin typeface="Segoe UI"/>
                <a:ea typeface="Segoe UI"/>
                <a:cs typeface="Segoe UI"/>
              </a:defRPr>
            </a:pPr>
            <a:r>
              <a:rPr sz="1088" b="1">
                <a:solidFill>
                  <a:srgbClr val="F5F7FC"/>
                </a:solidFill>
                <a:latin typeface="Segoe UI"/>
                <a:ea typeface="Segoe UI"/>
                <a:cs typeface="Segoe UI"/>
              </a:rPr>
              <a:t>Assessment-managed</a:t>
            </a:r>
          </a:p>
        </p:txBody>
      </p:sp>
      <p:sp>
        <p:nvSpPr>
          <p:cNvPr id="38" name="persistence-assessment-api-body">
            <a:extLst xmlns:a="http://schemas.openxmlformats.org/drawingml/2006/main">
              <a:ext uri="{FF2B5EF4-FFF2-40B4-BE49-F238E27FC236}">
                <a16:creationId xmlns:a16="http://schemas.microsoft.com/office/drawing/2014/main" id="{34B8A7FA-EB28-4655-9E3D-AF507C5AD442}"/>
              </a:ext>
            </a:extLst>
          </p:cNvPr>
          <p:cNvSpPr>
            <a:spLocks xmlns:a="http://schemas.openxmlformats.org/drawingml/2006/main" noGrp="1"/>
          </p:cNvSpPr>
          <p:nvPr/>
        </p:nvSpPr>
        <p:spPr>
          <a:xfrm xmlns:a="http://schemas.openxmlformats.org/drawingml/2006/main">
            <a:off x="9229725" y="4657725"/>
            <a:ext cx="22764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82">
                <a:solidFill>
                  <a:srgbClr val="CFD7E6"/>
                </a:solidFill>
                <a:latin typeface="Segoe UI"/>
                <a:ea typeface="Segoe UI"/>
                <a:cs typeface="Segoe UI"/>
              </a:defRPr>
            </a:defPPr>
            <a:lvl1pPr algn="l">
              <a:defRPr sz="982">
                <a:solidFill>
                  <a:srgbClr val="CFD7E6"/>
                </a:solidFill>
                <a:latin typeface="Segoe UI"/>
                <a:ea typeface="Segoe UI"/>
                <a:cs typeface="Segoe UI"/>
              </a:defRPr>
            </a:lvl1pPr>
            <a:lvl2pPr algn="l">
              <a:defRPr sz="982">
                <a:solidFill>
                  <a:srgbClr val="CFD7E6"/>
                </a:solidFill>
                <a:latin typeface="Segoe UI"/>
                <a:ea typeface="Segoe UI"/>
                <a:cs typeface="Segoe UI"/>
              </a:defRPr>
            </a:lvl2pPr>
            <a:lvl3pPr algn="l">
              <a:defRPr sz="982">
                <a:solidFill>
                  <a:srgbClr val="CFD7E6"/>
                </a:solidFill>
                <a:latin typeface="Segoe UI"/>
                <a:ea typeface="Segoe UI"/>
                <a:cs typeface="Segoe UI"/>
              </a:defRPr>
            </a:lvl3pPr>
            <a:lvl4pPr algn="l">
              <a:defRPr sz="982">
                <a:solidFill>
                  <a:srgbClr val="CFD7E6"/>
                </a:solidFill>
                <a:latin typeface="Segoe UI"/>
                <a:ea typeface="Segoe UI"/>
                <a:cs typeface="Segoe UI"/>
              </a:defRPr>
            </a:lvl4pPr>
            <a:lvl5pPr algn="l">
              <a:defRPr sz="982">
                <a:solidFill>
                  <a:srgbClr val="CFD7E6"/>
                </a:solidFill>
                <a:latin typeface="Segoe UI"/>
                <a:ea typeface="Segoe UI"/>
                <a:cs typeface="Segoe UI"/>
              </a:defRPr>
            </a:lvl5pPr>
            <a:lvl6pPr algn="l">
              <a:defRPr sz="982">
                <a:solidFill>
                  <a:srgbClr val="CFD7E6"/>
                </a:solidFill>
                <a:latin typeface="Segoe UI"/>
                <a:ea typeface="Segoe UI"/>
                <a:cs typeface="Segoe UI"/>
              </a:defRPr>
            </a:lvl6pPr>
            <a:lvl7pPr algn="l">
              <a:defRPr sz="982">
                <a:solidFill>
                  <a:srgbClr val="CFD7E6"/>
                </a:solidFill>
                <a:latin typeface="Segoe UI"/>
                <a:ea typeface="Segoe UI"/>
                <a:cs typeface="Segoe UI"/>
              </a:defRPr>
            </a:lvl7pPr>
            <a:lvl8pPr algn="l">
              <a:defRPr sz="982">
                <a:solidFill>
                  <a:srgbClr val="CFD7E6"/>
                </a:solidFill>
                <a:latin typeface="Segoe UI"/>
                <a:ea typeface="Segoe UI"/>
                <a:cs typeface="Segoe UI"/>
              </a:defRPr>
            </a:lvl8pPr>
            <a:lvl9pPr algn="l">
              <a:defRPr sz="982">
                <a:solidFill>
                  <a:srgbClr val="CFD7E6"/>
                </a:solidFill>
                <a:latin typeface="Segoe UI"/>
                <a:ea typeface="Segoe UI"/>
                <a:cs typeface="Segoe UI"/>
              </a:defRPr>
            </a:lvl9pPr>
          </a:lstStyle>
          <a:p xmlns:a="http://schemas.openxmlformats.org/drawingml/2006/main">
            <a:pPr algn="l">
              <a:defRPr sz="982">
                <a:solidFill>
                  <a:srgbClr val="CFD7E6"/>
                </a:solidFill>
                <a:latin typeface="Segoe UI"/>
                <a:ea typeface="Segoe UI"/>
                <a:cs typeface="Segoe UI"/>
              </a:defRPr>
            </a:pPr>
            <a:r>
              <a:rPr sz="982">
                <a:solidFill>
                  <a:srgbClr val="CFD7E6"/>
                </a:solidFill>
                <a:latin typeface="Segoe UI"/>
                <a:ea typeface="Segoe UI"/>
                <a:cs typeface="Segoe UI"/>
              </a:rPr>
              <a:t>When assessment_managed is true, the assessment API owns the durable evidence transaction. Graph analytics are only a preview until that transaction commits.</a:t>
            </a:r>
          </a:p>
        </p:txBody>
      </p:sp>
    </p:spTree>
    <p:extLst>
      <p:ext uri="{BB962C8B-B14F-4D97-AF65-F5344CB8AC3E}">
        <p14:creationId xmlns:p14="http://schemas.microsoft.com/office/powerpoint/2010/main" val="13018557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2026-10-17T14:31:33.8720000Z</dcterms:created>
  <dcterms:modified xsi:type="dcterms:W3CDTF">2026-10-17T14:31:33.8720000Z</dcterms:modified>
</coreProperties>
</file>