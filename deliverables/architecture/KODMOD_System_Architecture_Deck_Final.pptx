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c64e57fad3426a" /><Relationship Type="http://schemas.openxmlformats.org/officeDocument/2006/relationships/extended-properties" Target="/docProps/app.xml" Id="R3d5cc7ec12a74618" /><Relationship Type="http://schemas.openxmlformats.org/officeDocument/2006/relationships/officeDocument" Target="/ppt/presentation.xml" Id="Rbe9339a7bb6c4fd5" /></Relationships>
</file>

<file path=ppt/presentation.xml><?xml version="1.0" encoding="utf-8"?>
<p:presentation xmlns:p="http://schemas.openxmlformats.org/presentationml/2006/main">
  <p:sldMasterIdLst>
    <p:sldMasterId xmlns:r="http://schemas.openxmlformats.org/officeDocument/2006/relationships" id="2147483648" r:id="R0c19e117b2e94733"/>
  </p:sldMasterIdLst>
  <p:notesMasterIdLst>
    <p:notesMasterId xmlns:r="http://schemas.openxmlformats.org/officeDocument/2006/relationships" r:id="R133cec5da635444c"/>
  </p:notesMasterIdLst>
  <p:sldIdLst>
    <p:sldId xmlns:r="http://schemas.openxmlformats.org/officeDocument/2006/relationships" id="256" r:id="Rfd859edf683544b8"/>
    <p:sldId xmlns:r="http://schemas.openxmlformats.org/officeDocument/2006/relationships" id="257" r:id="R92fa2b97ce634936"/>
    <p:sldId xmlns:r="http://schemas.openxmlformats.org/officeDocument/2006/relationships" id="258" r:id="R559292bfd90248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ad5501d8b64a94" /><Relationship Type="http://schemas.openxmlformats.org/officeDocument/2006/relationships/slideMaster" Target="/ppt/slideMasters/slideMaster1.xml" Id="R0c19e117b2e94733" /><Relationship Type="http://schemas.openxmlformats.org/officeDocument/2006/relationships/notesMaster" Target="/ppt/notesMasters/notesMaster1.xml" Id="R133cec5da635444c" /><Relationship Type="http://schemas.openxmlformats.org/officeDocument/2006/relationships/presProps" Target="/ppt/presProps.xml" Id="R286546a5c9c34bf9" /><Relationship Type="http://schemas.openxmlformats.org/officeDocument/2006/relationships/tableStyles" Target="/ppt/tableStyles.xml" Id="R23179de198cf45d9" /><Relationship Type="http://schemas.openxmlformats.org/officeDocument/2006/relationships/slide" Target="/ppt/slides/slide1.xml" Id="Rfd859edf683544b8" /><Relationship Type="http://schemas.openxmlformats.org/officeDocument/2006/relationships/slide" Target="/ppt/slides/slide2.xml" Id="R92fa2b97ce634936" /><Relationship Type="http://schemas.openxmlformats.org/officeDocument/2006/relationships/slide" Target="/ppt/slides/slide3.xml" Id="R559292bfd90248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d1c6798c4048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24da24100c42ce" /><Relationship Type="http://schemas.openxmlformats.org/officeDocument/2006/relationships/notesMaster" Target="/ppt/notesMasters/notesMaster1.xml" Id="R7c12dc555c454f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99c0b1055e4a02" /><Relationship Type="http://schemas.openxmlformats.org/officeDocument/2006/relationships/notesMaster" Target="/ppt/notesMasters/notesMaster1.xml" Id="R3644d553645a44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f6611996ff4f0c" /><Relationship Type="http://schemas.openxmlformats.org/officeDocument/2006/relationships/notesMaster" Target="/ppt/notesMasters/notesMaster1.xml" Id="R9ab9f867c2ba49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docker-compose.yml; apps/web/package.json; apps/web/src/app/{siswa,guru,admin}; apps/ai-engine/api/main.py; apps/ai-engine/graphs/main_graph.py; apps/ai-engine/database/models.py; apps/ai-engine/rag/stores/pgvector_store.py; apps/ai-engine/memory/short_term.py; apps/ai-engine/tools/llm_client.py; apps/ai-engine/voice/streaming.py.</a:t>
            </a:r>
          </a:p>
          <a:p xmlns:a="http://schemas.openxmlformats.org/drawingml/2006/main">
            <a:r>
              <a:t>Current runtime shown from the repository: Next.js web, FastAPI engine, material worker, PostgreSQL with pgvector, and Redis. RAGTool currently constructs PgVectorStore. Speech backends are configurable.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apps/ai-engine/graphs/main_graph.py (graph nodes and edges, especially build_kodmod_graph); apps/ai-engine/graphs/state.py (KODMODState); apps/ai-engine/agents/intent_router.py; apps/ai-engine/tools/rag_tool.py; apps/ai-engine/agents/tutoring_agent.py; apps/ai-engine/agents/quiz_agent.py; apps/ai-engine/agents/scoring_agent.py; apps/ai-engine/analytics/student_model.py; apps/ai-engine/agents/quiz_analyzer.py; apps/ai-engine/agents/analytics_agent.py; apps/ai-engine/agents/recommendation_agent.py; apps/ai-engine/agents/reflection_agent.py; apps/ai-engine/agents/accessibility_agent.py.</a:t>
            </a:r>
          </a:p>
          <a:p xmlns:a="http://schemas.openxmlformats.org/drawingml/2006/main">
            <a:r>
              <a:t>The main graph routes quiz answers through a new invocation of intent_router. Scoring routes to student-model update or tutoring remediation. The student model routes to the next quiz question or analysis. Report requests can go directly to analytics and recommendations. All speaking paths end at accessibility. The checkpointer is AsyncPostgresSaver, and reflection is not a human-in-the-loop interrupt.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apps/web/package.json (Next.js 16); apps/web/src/app/siswa/ (student pages); apps/web/src/app/guru/ (teacher pages); apps/web/src/app/admin/ (administrator pages); apps/web/src/app/api/ (server-side route proxies); apps/web/src/lib/session.ts; apps/ai-engine/api/routes/.</a:t>
            </a:r>
          </a:p>
          <a:p xmlns:a="http://schemas.openxmlformats.org/drawingml/2006/main">
            <a:r>
              <a:t>The route list is a concise view of implemented pages: student dashboard/tutor/materials/quizzes/progress, teacher classes/materials/assignments/quiz review/analytics, and administrator users/invitations/activity/AI monitoring/content.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f356253bd74f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b739637a2a4e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76bd6a65bf45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48c76089944e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5280eda40146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4df53ccf4b4a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EF1F97-8984-4CF9-AEC6-6FE7501996A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4FB69B-3ED2-4B36-B6EE-EAD9DA4CC89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5A9071A-8F57-4D4E-B5B5-73D0A9F6060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5E13A6-3F13-446D-9C9E-009A4918E6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B122FD-9FCA-48F7-8DAB-64F0B4E943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A462A2A-F1AF-4730-98AA-189C3AA075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EEEC65-87AB-494B-A1D2-E1FC0D8AD0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A444FF-049F-4BB9-8826-AC8A439736D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E030F1-6B2C-4F62-86A4-EA0465106B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8D2740-C716-4C71-986B-BA956744E9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6c41edd8af4f92" /><Relationship Type="http://schemas.openxmlformats.org/officeDocument/2006/relationships/slideLayout" Target="/ppt/slideLayouts/slideLayout1.xml" Id="Re7d0deb3700044f1" /><Relationship Type="http://schemas.openxmlformats.org/officeDocument/2006/relationships/slideLayout" Target="/ppt/slideLayouts/slideLayout2.xml" Id="R54f953359821433b" /><Relationship Type="http://schemas.openxmlformats.org/officeDocument/2006/relationships/slideLayout" Target="/ppt/slideLayouts/slideLayout3.xml" Id="R2eb2738ab3864bf8" /><Relationship Type="http://schemas.openxmlformats.org/officeDocument/2006/relationships/slideLayout" Target="/ppt/slideLayouts/slideLayout4.xml" Id="Rc7ad77b559bf4487" /><Relationship Type="http://schemas.openxmlformats.org/officeDocument/2006/relationships/slideLayout" Target="/ppt/slideLayouts/slideLayout5.xml" Id="Rc63d36ddc1024eb4" /><Relationship Type="http://schemas.openxmlformats.org/officeDocument/2006/relationships/slideLayout" Target="/ppt/slideLayouts/slideLayout6.xml" Id="Rc90bac0090cc4d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d0deb3700044f1"/>
    <p:sldLayoutId xmlns:r="http://schemas.openxmlformats.org/officeDocument/2006/relationships" id="2147483650" r:id="R54f953359821433b"/>
    <p:sldLayoutId xmlns:r="http://schemas.openxmlformats.org/officeDocument/2006/relationships" id="2147483651" r:id="R2eb2738ab3864bf8"/>
    <p:sldLayoutId xmlns:r="http://schemas.openxmlformats.org/officeDocument/2006/relationships" id="2147483652" r:id="Rc7ad77b559bf4487"/>
    <p:sldLayoutId xmlns:r="http://schemas.openxmlformats.org/officeDocument/2006/relationships" id="2147483653" r:id="Rc63d36ddc1024eb4"/>
    <p:sldLayoutId xmlns:r="http://schemas.openxmlformats.org/officeDocument/2006/relationships" id="2147483654" r:id="Rc90bac0090cc4d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7cbbf9757cf48f3" /><Relationship Type="http://schemas.openxmlformats.org/officeDocument/2006/relationships/notesSlide" Target="/ppt/notesSlides/notesSlide1.xml" Id="R855dcce511ad48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1244d4e95d4059" /><Relationship Type="http://schemas.openxmlformats.org/officeDocument/2006/relationships/notesSlide" Target="/ppt/notesSlides/notesSlide2.xml" Id="R678ef3a24a0c4d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7e68d1ee3a4702" /><Relationship Type="http://schemas.openxmlformats.org/officeDocument/2006/relationships/notesSlide" Target="/ppt/notesSlides/notesSlide3.xml" Id="Rb2afb943722d4db2" /></Relationships>
</file>

<file path=ppt/slides/slide1.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36" name="">
            <a:extLst xmlns:a="http://schemas.openxmlformats.org/drawingml/2006/main">
              <a:ext uri="{FF2B5EF4-FFF2-40B4-BE49-F238E27FC236}">
                <a16:creationId xmlns:a16="http://schemas.microsoft.com/office/drawing/2014/main" id="{A6733B5B-480B-40E4-BAFB-F211230B7104}"/>
              </a:ext>
            </a:extLst>
          </p:cNvPr>
          <p:cNvCxnSpPr>
            <a:stCxn xmlns:a="http://schemas.openxmlformats.org/drawingml/2006/main" id="32" idx="3"/>
            <a:endCxn xmlns:a="http://schemas.openxmlformats.org/drawingml/2006/main" id="33" idx="1"/>
          </p:cNvCxnSpPr>
          <p:nvPr/>
        </p:nvCxnSpPr>
        <p:spPr>
          <a:xfrm xmlns:a="http://schemas.openxmlformats.org/drawingml/2006/main">
            <a:off x="5238750" y="5329238"/>
            <a:ext cx="295275" cy="0"/>
          </a:xfrm>
          <a:prstGeom xmlns:a="http://schemas.openxmlformats.org/drawingml/2006/main" prst="straightConnector1">
            <a:avLst/>
          </a:prstGeom>
          <a:ln xmlns:a="http://schemas.openxmlformats.org/drawingml/2006/main" w="17145">
            <a:solidFill>
              <a:srgbClr val="A38AFF"/>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3ADEADC0-389A-494C-A1B1-96C522155924}"/>
              </a:ext>
            </a:extLst>
          </p:cNvPr>
          <p:cNvCxnSpPr>
            <a:stCxn xmlns:a="http://schemas.openxmlformats.org/drawingml/2006/main" id="31" idx="3"/>
            <a:endCxn xmlns:a="http://schemas.openxmlformats.org/drawingml/2006/main" id="32" idx="1"/>
          </p:cNvCxnSpPr>
          <p:nvPr/>
        </p:nvCxnSpPr>
        <p:spPr>
          <a:xfrm xmlns:a="http://schemas.openxmlformats.org/drawingml/2006/main">
            <a:off x="3371850" y="5329238"/>
            <a:ext cx="28575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DFC71441-8B38-4ADA-8BA4-9679905B975D}"/>
              </a:ext>
            </a:extLst>
          </p:cNvPr>
          <p:cNvCxnSpPr>
            <a:stCxn xmlns:a="http://schemas.openxmlformats.org/drawingml/2006/main" id="30" idx="3"/>
            <a:endCxn xmlns:a="http://schemas.openxmlformats.org/drawingml/2006/main" id="31" idx="1"/>
          </p:cNvCxnSpPr>
          <p:nvPr/>
        </p:nvCxnSpPr>
        <p:spPr>
          <a:xfrm xmlns:a="http://schemas.openxmlformats.org/drawingml/2006/main">
            <a:off x="2066925" y="5329238"/>
            <a:ext cx="276225"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E46FF9AD-8CD9-4229-B0C8-C2E1F2C65F58}"/>
              </a:ext>
            </a:extLst>
          </p:cNvPr>
          <p:cNvCxnSpPr>
            <a:stCxn xmlns:a="http://schemas.openxmlformats.org/drawingml/2006/main" id="10" idx="3"/>
            <a:endCxn xmlns:a="http://schemas.openxmlformats.org/drawingml/2006/main" id="12" idx="1"/>
          </p:cNvCxnSpPr>
          <p:nvPr/>
        </p:nvCxnSpPr>
        <p:spPr>
          <a:xfrm xmlns:a="http://schemas.openxmlformats.org/drawingml/2006/main">
            <a:off x="9534525" y="2924175"/>
            <a:ext cx="161925" cy="0"/>
          </a:xfrm>
          <a:prstGeom xmlns:a="http://schemas.openxmlformats.org/drawingml/2006/main" prst="straightConnector1">
            <a:avLst/>
          </a:prstGeom>
          <a:ln xmlns:a="http://schemas.openxmlformats.org/drawingml/2006/main" w="19050">
            <a:solidFill>
              <a:srgbClr val="D4ED50"/>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47DC78AE-4DF3-42AF-A26C-CA9E9D96CEE6}"/>
              </a:ext>
            </a:extLst>
          </p:cNvPr>
          <p:cNvCxnSpPr>
            <a:stCxn xmlns:a="http://schemas.openxmlformats.org/drawingml/2006/main" id="8" idx="3"/>
            <a:endCxn xmlns:a="http://schemas.openxmlformats.org/drawingml/2006/main" id="10" idx="1"/>
          </p:cNvCxnSpPr>
          <p:nvPr/>
        </p:nvCxnSpPr>
        <p:spPr>
          <a:xfrm xmlns:a="http://schemas.openxmlformats.org/drawingml/2006/main">
            <a:off x="6972300" y="2924175"/>
            <a:ext cx="161925" cy="0"/>
          </a:xfrm>
          <a:prstGeom xmlns:a="http://schemas.openxmlformats.org/drawingml/2006/main" prst="straightConnector1">
            <a:avLst/>
          </a:prstGeom>
          <a:ln xmlns:a="http://schemas.openxmlformats.org/drawingml/2006/main" w="19050">
            <a:solidFill>
              <a:srgbClr val="A38AFF"/>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8313F79E-9070-496A-906D-F9E43E80D455}"/>
              </a:ext>
            </a:extLst>
          </p:cNvPr>
          <p:cNvCxnSpPr>
            <a:stCxn xmlns:a="http://schemas.openxmlformats.org/drawingml/2006/main" id="6" idx="3"/>
            <a:endCxn xmlns:a="http://schemas.openxmlformats.org/drawingml/2006/main" id="8" idx="1"/>
          </p:cNvCxnSpPr>
          <p:nvPr/>
        </p:nvCxnSpPr>
        <p:spPr>
          <a:xfrm xmlns:a="http://schemas.openxmlformats.org/drawingml/2006/main">
            <a:off x="4581525" y="2924175"/>
            <a:ext cx="161925" cy="0"/>
          </a:xfrm>
          <a:prstGeom xmlns:a="http://schemas.openxmlformats.org/drawingml/2006/main" prst="straightConnector1">
            <a:avLst/>
          </a:prstGeom>
          <a:ln xmlns:a="http://schemas.openxmlformats.org/drawingml/2006/main" w="19050">
            <a:solidFill>
              <a:srgbClr val="6877FF"/>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449ED1D0-2C78-4E3D-B12A-BC816D1E8869}"/>
              </a:ext>
            </a:extLst>
          </p:cNvPr>
          <p:cNvCxnSpPr>
            <a:stCxn xmlns:a="http://schemas.openxmlformats.org/drawingml/2006/main" id="4" idx="3"/>
            <a:endCxn xmlns:a="http://schemas.openxmlformats.org/drawingml/2006/main" id="6" idx="1"/>
          </p:cNvCxnSpPr>
          <p:nvPr/>
        </p:nvCxnSpPr>
        <p:spPr>
          <a:xfrm xmlns:a="http://schemas.openxmlformats.org/drawingml/2006/main">
            <a:off x="2381250" y="2924175"/>
            <a:ext cx="161925" cy="0"/>
          </a:xfrm>
          <a:prstGeom xmlns:a="http://schemas.openxmlformats.org/drawingml/2006/main" prst="straightConnector1">
            <a:avLst/>
          </a:prstGeom>
          <a:ln xmlns:a="http://schemas.openxmlformats.org/drawingml/2006/main" w="19050">
            <a:solidFill>
              <a:srgbClr val="37C9C4"/>
            </a:solidFill>
            <a:prstDash val="solid"/>
            <a:tailEnd type="triangle" w="sm" len="sm"/>
          </a:ln>
        </p:spPr>
      </p:cxnSp>
      <p:sp>
        <p:nvSpPr>
          <p:cNvPr id="42" name="eyebrow-01  /  FULL SYSTEM">
            <a:extLst xmlns:a="http://schemas.openxmlformats.org/drawingml/2006/main">
              <a:ext uri="{FF2B5EF4-FFF2-40B4-BE49-F238E27FC236}">
                <a16:creationId xmlns:a16="http://schemas.microsoft.com/office/drawing/2014/main" id="{83EC0F9F-B736-46D4-AED3-BFE18077F660}"/>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01  /  FULL SYSTEM</a:t>
            </a:r>
          </a:p>
        </p:txBody>
      </p:sp>
      <p:sp>
        <p:nvSpPr>
          <p:cNvPr id="2" name="title-01  /  FULL SYSTEM">
            <a:extLst xmlns:a="http://schemas.openxmlformats.org/drawingml/2006/main">
              <a:ext uri="{FF2B5EF4-FFF2-40B4-BE49-F238E27FC236}">
                <a16:creationId xmlns:a16="http://schemas.microsoft.com/office/drawing/2014/main" id="{8702D10B-7A5A-44C4-A6AE-8D88E3BFE427}"/>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KODMOD System Architecture</a:t>
            </a:r>
          </a:p>
        </p:txBody>
      </p:sp>
      <p:sp>
        <p:nvSpPr>
          <p:cNvPr id="3" name="subtitle-01  /  FULL SYSTEM">
            <a:extLst xmlns:a="http://schemas.openxmlformats.org/drawingml/2006/main">
              <a:ext uri="{FF2B5EF4-FFF2-40B4-BE49-F238E27FC236}">
                <a16:creationId xmlns:a16="http://schemas.microsoft.com/office/drawing/2014/main" id="{498B8D2E-310A-41AA-814A-9FA17BDEE1B3}"/>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Accessible learning experience → application services → agentic learning → persistent knowledge.</a:t>
            </a:r>
          </a:p>
        </p:txBody>
      </p:sp>
      <p:sp>
        <p:nvSpPr>
          <p:cNvPr id="4" name="people-frame">
            <a:extLst xmlns:a="http://schemas.openxmlformats.org/drawingml/2006/main">
              <a:ext uri="{FF2B5EF4-FFF2-40B4-BE49-F238E27FC236}">
                <a16:creationId xmlns:a16="http://schemas.microsoft.com/office/drawing/2014/main" id="{ABAC15AB-465C-47A2-B2F5-F8CD066D94E5}"/>
              </a:ext>
            </a:extLst>
          </p:cNvPr>
          <p:cNvSpPr>
            <a:spLocks xmlns:a="http://schemas.openxmlformats.org/drawingml/2006/main" noGrp="1"/>
          </p:cNvSpPr>
          <p:nvPr/>
        </p:nvSpPr>
        <p:spPr>
          <a:xfrm xmlns:a="http://schemas.openxmlformats.org/drawingml/2006/main">
            <a:off x="514350" y="1562100"/>
            <a:ext cx="1866900" cy="2724150"/>
          </a:xfrm>
          <a:prstGeom xmlns:a="http://schemas.openxmlformats.org/drawingml/2006/main" prst="roundRect">
            <a:avLst>
              <a:gd name="adj" fmla="val 6122"/>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5" name="people-heading">
            <a:extLst xmlns:a="http://schemas.openxmlformats.org/drawingml/2006/main">
              <a:ext uri="{FF2B5EF4-FFF2-40B4-BE49-F238E27FC236}">
                <a16:creationId xmlns:a16="http://schemas.microsoft.com/office/drawing/2014/main" id="{A0ABC5EC-AB4D-423B-B97B-EFD591DE539D}"/>
              </a:ext>
            </a:extLst>
          </p:cNvPr>
          <p:cNvSpPr>
            <a:spLocks xmlns:a="http://schemas.openxmlformats.org/drawingml/2006/main" noGrp="1"/>
          </p:cNvSpPr>
          <p:nvPr/>
        </p:nvSpPr>
        <p:spPr>
          <a:xfrm xmlns:a="http://schemas.openxmlformats.org/drawingml/2006/main">
            <a:off x="647700" y="1676400"/>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PEOPLE &amp; INPUT</a:t>
            </a:r>
          </a:p>
        </p:txBody>
      </p:sp>
      <p:sp>
        <p:nvSpPr>
          <p:cNvPr id="6" name="web-frame">
            <a:extLst xmlns:a="http://schemas.openxmlformats.org/drawingml/2006/main">
              <a:ext uri="{FF2B5EF4-FFF2-40B4-BE49-F238E27FC236}">
                <a16:creationId xmlns:a16="http://schemas.microsoft.com/office/drawing/2014/main" id="{655BB9D5-7B9D-4023-9DA8-71929DAAC6D8}"/>
              </a:ext>
            </a:extLst>
          </p:cNvPr>
          <p:cNvSpPr>
            <a:spLocks xmlns:a="http://schemas.openxmlformats.org/drawingml/2006/main" noGrp="1"/>
          </p:cNvSpPr>
          <p:nvPr/>
        </p:nvSpPr>
        <p:spPr>
          <a:xfrm xmlns:a="http://schemas.openxmlformats.org/drawingml/2006/main">
            <a:off x="2543175" y="1562100"/>
            <a:ext cx="2038350" cy="2724150"/>
          </a:xfrm>
          <a:prstGeom xmlns:a="http://schemas.openxmlformats.org/drawingml/2006/main" prst="roundRect">
            <a:avLst>
              <a:gd name="adj" fmla="val 5607"/>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7" name="web-heading">
            <a:extLst xmlns:a="http://schemas.openxmlformats.org/drawingml/2006/main">
              <a:ext uri="{FF2B5EF4-FFF2-40B4-BE49-F238E27FC236}">
                <a16:creationId xmlns:a16="http://schemas.microsoft.com/office/drawing/2014/main" id="{A7D9769A-46E8-4A81-A85F-423A505F03A7}"/>
              </a:ext>
            </a:extLst>
          </p:cNvPr>
          <p:cNvSpPr>
            <a:spLocks xmlns:a="http://schemas.openxmlformats.org/drawingml/2006/main" noGrp="1"/>
          </p:cNvSpPr>
          <p:nvPr/>
        </p:nvSpPr>
        <p:spPr>
          <a:xfrm xmlns:a="http://schemas.openxmlformats.org/drawingml/2006/main">
            <a:off x="2676525" y="1676400"/>
            <a:ext cx="177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EXPERIENCE LAYER</a:t>
            </a:r>
          </a:p>
        </p:txBody>
      </p:sp>
      <p:sp>
        <p:nvSpPr>
          <p:cNvPr id="8" name="api-frame">
            <a:extLst xmlns:a="http://schemas.openxmlformats.org/drawingml/2006/main">
              <a:ext uri="{FF2B5EF4-FFF2-40B4-BE49-F238E27FC236}">
                <a16:creationId xmlns:a16="http://schemas.microsoft.com/office/drawing/2014/main" id="{DD62AAF4-157E-4893-8511-2D04A5CB885B}"/>
              </a:ext>
            </a:extLst>
          </p:cNvPr>
          <p:cNvSpPr>
            <a:spLocks xmlns:a="http://schemas.openxmlformats.org/drawingml/2006/main" noGrp="1"/>
          </p:cNvSpPr>
          <p:nvPr/>
        </p:nvSpPr>
        <p:spPr>
          <a:xfrm xmlns:a="http://schemas.openxmlformats.org/drawingml/2006/main">
            <a:off x="4743450" y="1562100"/>
            <a:ext cx="2228850" cy="2724150"/>
          </a:xfrm>
          <a:prstGeom xmlns:a="http://schemas.openxmlformats.org/drawingml/2006/main" prst="roundRect">
            <a:avLst>
              <a:gd name="adj" fmla="val 5128"/>
            </a:avLst>
          </a:prstGeom>
          <a:solidFill xmlns:a="http://schemas.openxmlformats.org/drawingml/2006/main">
            <a:srgbClr val="0E1525">
              <a:alpha val="80000"/>
            </a:srgbClr>
          </a:solidFill>
          <a:ln xmlns:a="http://schemas.openxmlformats.org/drawingml/2006/main" w="14288">
            <a:solidFill>
              <a:srgbClr val="A38AFF"/>
            </a:solidFill>
            <a:prstDash val="dash"/>
          </a:ln>
        </p:spPr>
      </p:sp>
      <p:sp>
        <p:nvSpPr>
          <p:cNvPr id="9" name="api-heading">
            <a:extLst xmlns:a="http://schemas.openxmlformats.org/drawingml/2006/main">
              <a:ext uri="{FF2B5EF4-FFF2-40B4-BE49-F238E27FC236}">
                <a16:creationId xmlns:a16="http://schemas.microsoft.com/office/drawing/2014/main" id="{7C824A03-77F3-40A2-A121-C6C8CEB3E160}"/>
              </a:ext>
            </a:extLst>
          </p:cNvPr>
          <p:cNvSpPr>
            <a:spLocks xmlns:a="http://schemas.openxmlformats.org/drawingml/2006/main" noGrp="1"/>
          </p:cNvSpPr>
          <p:nvPr/>
        </p:nvSpPr>
        <p:spPr>
          <a:xfrm xmlns:a="http://schemas.openxmlformats.org/drawingml/2006/main">
            <a:off x="4876800" y="16764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A38AFF"/>
                </a:solidFill>
                <a:latin typeface="Segoe UI"/>
                <a:ea typeface="Segoe UI"/>
                <a:cs typeface="Segoe UI"/>
              </a:defRPr>
            </a:defPPr>
            <a:lvl1pPr algn="l">
              <a:defRPr sz="975" b="1">
                <a:solidFill>
                  <a:srgbClr val="A38AFF"/>
                </a:solidFill>
                <a:latin typeface="Segoe UI"/>
                <a:ea typeface="Segoe UI"/>
                <a:cs typeface="Segoe UI"/>
              </a:defRPr>
            </a:lvl1pPr>
            <a:lvl2pPr algn="l">
              <a:defRPr sz="975" b="1">
                <a:solidFill>
                  <a:srgbClr val="A38AFF"/>
                </a:solidFill>
                <a:latin typeface="Segoe UI"/>
                <a:ea typeface="Segoe UI"/>
                <a:cs typeface="Segoe UI"/>
              </a:defRPr>
            </a:lvl2pPr>
            <a:lvl3pPr algn="l">
              <a:defRPr sz="975" b="1">
                <a:solidFill>
                  <a:srgbClr val="A38AFF"/>
                </a:solidFill>
                <a:latin typeface="Segoe UI"/>
                <a:ea typeface="Segoe UI"/>
                <a:cs typeface="Segoe UI"/>
              </a:defRPr>
            </a:lvl3pPr>
            <a:lvl4pPr algn="l">
              <a:defRPr sz="975" b="1">
                <a:solidFill>
                  <a:srgbClr val="A38AFF"/>
                </a:solidFill>
                <a:latin typeface="Segoe UI"/>
                <a:ea typeface="Segoe UI"/>
                <a:cs typeface="Segoe UI"/>
              </a:defRPr>
            </a:lvl4pPr>
            <a:lvl5pPr algn="l">
              <a:defRPr sz="975" b="1">
                <a:solidFill>
                  <a:srgbClr val="A38AFF"/>
                </a:solidFill>
                <a:latin typeface="Segoe UI"/>
                <a:ea typeface="Segoe UI"/>
                <a:cs typeface="Segoe UI"/>
              </a:defRPr>
            </a:lvl5pPr>
            <a:lvl6pPr algn="l">
              <a:defRPr sz="975" b="1">
                <a:solidFill>
                  <a:srgbClr val="A38AFF"/>
                </a:solidFill>
                <a:latin typeface="Segoe UI"/>
                <a:ea typeface="Segoe UI"/>
                <a:cs typeface="Segoe UI"/>
              </a:defRPr>
            </a:lvl6pPr>
            <a:lvl7pPr algn="l">
              <a:defRPr sz="975" b="1">
                <a:solidFill>
                  <a:srgbClr val="A38AFF"/>
                </a:solidFill>
                <a:latin typeface="Segoe UI"/>
                <a:ea typeface="Segoe UI"/>
                <a:cs typeface="Segoe UI"/>
              </a:defRPr>
            </a:lvl7pPr>
            <a:lvl8pPr algn="l">
              <a:defRPr sz="975" b="1">
                <a:solidFill>
                  <a:srgbClr val="A38AFF"/>
                </a:solidFill>
                <a:latin typeface="Segoe UI"/>
                <a:ea typeface="Segoe UI"/>
                <a:cs typeface="Segoe UI"/>
              </a:defRPr>
            </a:lvl8pPr>
            <a:lvl9pPr algn="l">
              <a:defRPr sz="975" b="1">
                <a:solidFill>
                  <a:srgbClr val="A38AFF"/>
                </a:solidFill>
                <a:latin typeface="Segoe UI"/>
                <a:ea typeface="Segoe UI"/>
                <a:cs typeface="Segoe UI"/>
              </a:defRPr>
            </a:lvl9pPr>
          </a:lstStyle>
          <a:p xmlns:a="http://schemas.openxmlformats.org/drawingml/2006/main">
            <a:pPr algn="l">
              <a:defRPr sz="975" b="1">
                <a:solidFill>
                  <a:srgbClr val="A38AFF"/>
                </a:solidFill>
                <a:latin typeface="Segoe UI"/>
                <a:ea typeface="Segoe UI"/>
                <a:cs typeface="Segoe UI"/>
              </a:defRPr>
            </a:pPr>
            <a:r>
              <a:rPr sz="975" b="1">
                <a:solidFill>
                  <a:srgbClr val="A38AFF"/>
                </a:solidFill>
                <a:latin typeface="Segoe UI"/>
                <a:ea typeface="Segoe UI"/>
                <a:cs typeface="Segoe UI"/>
              </a:rPr>
              <a:t>APPLICATION LAYER</a:t>
            </a:r>
          </a:p>
        </p:txBody>
      </p:sp>
      <p:sp>
        <p:nvSpPr>
          <p:cNvPr id="10" name="graph-frame">
            <a:extLst xmlns:a="http://schemas.openxmlformats.org/drawingml/2006/main">
              <a:ext uri="{FF2B5EF4-FFF2-40B4-BE49-F238E27FC236}">
                <a16:creationId xmlns:a16="http://schemas.microsoft.com/office/drawing/2014/main" id="{40422183-DB8F-4DEF-98F3-A299554038F7}"/>
              </a:ext>
            </a:extLst>
          </p:cNvPr>
          <p:cNvSpPr>
            <a:spLocks xmlns:a="http://schemas.openxmlformats.org/drawingml/2006/main" noGrp="1"/>
          </p:cNvSpPr>
          <p:nvPr/>
        </p:nvSpPr>
        <p:spPr>
          <a:xfrm xmlns:a="http://schemas.openxmlformats.org/drawingml/2006/main">
            <a:off x="7134225" y="1562100"/>
            <a:ext cx="2400300" cy="2724150"/>
          </a:xfrm>
          <a:prstGeom xmlns:a="http://schemas.openxmlformats.org/drawingml/2006/main" prst="roundRect">
            <a:avLst>
              <a:gd name="adj" fmla="val 4762"/>
            </a:avLst>
          </a:prstGeom>
          <a:solidFill xmlns:a="http://schemas.openxmlformats.org/drawingml/2006/main">
            <a:srgbClr val="0E1525">
              <a:alpha val="80000"/>
            </a:srgbClr>
          </a:solidFill>
          <a:ln xmlns:a="http://schemas.openxmlformats.org/drawingml/2006/main" w="14288">
            <a:solidFill>
              <a:srgbClr val="D4ED50"/>
            </a:solidFill>
            <a:prstDash val="dash"/>
          </a:ln>
        </p:spPr>
      </p:sp>
      <p:sp>
        <p:nvSpPr>
          <p:cNvPr id="11" name="graph-heading">
            <a:extLst xmlns:a="http://schemas.openxmlformats.org/drawingml/2006/main">
              <a:ext uri="{FF2B5EF4-FFF2-40B4-BE49-F238E27FC236}">
                <a16:creationId xmlns:a16="http://schemas.microsoft.com/office/drawing/2014/main" id="{7C410EF8-754B-419F-866B-E2BAD775B35A}"/>
              </a:ext>
            </a:extLst>
          </p:cNvPr>
          <p:cNvSpPr>
            <a:spLocks xmlns:a="http://schemas.openxmlformats.org/drawingml/2006/main" noGrp="1"/>
          </p:cNvSpPr>
          <p:nvPr/>
        </p:nvSpPr>
        <p:spPr>
          <a:xfrm xmlns:a="http://schemas.openxmlformats.org/drawingml/2006/main">
            <a:off x="7267575" y="167640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D4ED50"/>
                </a:solidFill>
                <a:latin typeface="Segoe UI"/>
                <a:ea typeface="Segoe UI"/>
                <a:cs typeface="Segoe UI"/>
              </a:defRPr>
            </a:defPPr>
            <a:lvl1pPr algn="l">
              <a:defRPr sz="975" b="1">
                <a:solidFill>
                  <a:srgbClr val="D4ED50"/>
                </a:solidFill>
                <a:latin typeface="Segoe UI"/>
                <a:ea typeface="Segoe UI"/>
                <a:cs typeface="Segoe UI"/>
              </a:defRPr>
            </a:lvl1pPr>
            <a:lvl2pPr algn="l">
              <a:defRPr sz="975" b="1">
                <a:solidFill>
                  <a:srgbClr val="D4ED50"/>
                </a:solidFill>
                <a:latin typeface="Segoe UI"/>
                <a:ea typeface="Segoe UI"/>
                <a:cs typeface="Segoe UI"/>
              </a:defRPr>
            </a:lvl2pPr>
            <a:lvl3pPr algn="l">
              <a:defRPr sz="975" b="1">
                <a:solidFill>
                  <a:srgbClr val="D4ED50"/>
                </a:solidFill>
                <a:latin typeface="Segoe UI"/>
                <a:ea typeface="Segoe UI"/>
                <a:cs typeface="Segoe UI"/>
              </a:defRPr>
            </a:lvl3pPr>
            <a:lvl4pPr algn="l">
              <a:defRPr sz="975" b="1">
                <a:solidFill>
                  <a:srgbClr val="D4ED50"/>
                </a:solidFill>
                <a:latin typeface="Segoe UI"/>
                <a:ea typeface="Segoe UI"/>
                <a:cs typeface="Segoe UI"/>
              </a:defRPr>
            </a:lvl4pPr>
            <a:lvl5pPr algn="l">
              <a:defRPr sz="975" b="1">
                <a:solidFill>
                  <a:srgbClr val="D4ED50"/>
                </a:solidFill>
                <a:latin typeface="Segoe UI"/>
                <a:ea typeface="Segoe UI"/>
                <a:cs typeface="Segoe UI"/>
              </a:defRPr>
            </a:lvl5pPr>
            <a:lvl6pPr algn="l">
              <a:defRPr sz="975" b="1">
                <a:solidFill>
                  <a:srgbClr val="D4ED50"/>
                </a:solidFill>
                <a:latin typeface="Segoe UI"/>
                <a:ea typeface="Segoe UI"/>
                <a:cs typeface="Segoe UI"/>
              </a:defRPr>
            </a:lvl6pPr>
            <a:lvl7pPr algn="l">
              <a:defRPr sz="975" b="1">
                <a:solidFill>
                  <a:srgbClr val="D4ED50"/>
                </a:solidFill>
                <a:latin typeface="Segoe UI"/>
                <a:ea typeface="Segoe UI"/>
                <a:cs typeface="Segoe UI"/>
              </a:defRPr>
            </a:lvl7pPr>
            <a:lvl8pPr algn="l">
              <a:defRPr sz="975" b="1">
                <a:solidFill>
                  <a:srgbClr val="D4ED50"/>
                </a:solidFill>
                <a:latin typeface="Segoe UI"/>
                <a:ea typeface="Segoe UI"/>
                <a:cs typeface="Segoe UI"/>
              </a:defRPr>
            </a:lvl8pPr>
            <a:lvl9pPr algn="l">
              <a:defRPr sz="975" b="1">
                <a:solidFill>
                  <a:srgbClr val="D4ED50"/>
                </a:solidFill>
                <a:latin typeface="Segoe UI"/>
                <a:ea typeface="Segoe UI"/>
                <a:cs typeface="Segoe UI"/>
              </a:defRPr>
            </a:lvl9pPr>
          </a:lstStyle>
          <a:p xmlns:a="http://schemas.openxmlformats.org/drawingml/2006/main">
            <a:pPr algn="l">
              <a:defRPr sz="975" b="1">
                <a:solidFill>
                  <a:srgbClr val="D4ED50"/>
                </a:solidFill>
                <a:latin typeface="Segoe UI"/>
                <a:ea typeface="Segoe UI"/>
                <a:cs typeface="Segoe UI"/>
              </a:defRPr>
            </a:pPr>
            <a:r>
              <a:rPr sz="975" b="1">
                <a:solidFill>
                  <a:srgbClr val="D4ED50"/>
                </a:solidFill>
                <a:latin typeface="Segoe UI"/>
                <a:ea typeface="Segoe UI"/>
                <a:cs typeface="Segoe UI"/>
              </a:rPr>
              <a:t>AGENTIC RUNTIME</a:t>
            </a:r>
          </a:p>
        </p:txBody>
      </p:sp>
      <p:sp>
        <p:nvSpPr>
          <p:cNvPr id="12" name="data-frame">
            <a:extLst xmlns:a="http://schemas.openxmlformats.org/drawingml/2006/main">
              <a:ext uri="{FF2B5EF4-FFF2-40B4-BE49-F238E27FC236}">
                <a16:creationId xmlns:a16="http://schemas.microsoft.com/office/drawing/2014/main" id="{3FCEC270-F7E6-4994-8DC0-38AAD30F61F7}"/>
              </a:ext>
            </a:extLst>
          </p:cNvPr>
          <p:cNvSpPr>
            <a:spLocks xmlns:a="http://schemas.openxmlformats.org/drawingml/2006/main" noGrp="1"/>
          </p:cNvSpPr>
          <p:nvPr/>
        </p:nvSpPr>
        <p:spPr>
          <a:xfrm xmlns:a="http://schemas.openxmlformats.org/drawingml/2006/main">
            <a:off x="9696450" y="1562100"/>
            <a:ext cx="1981200" cy="2724150"/>
          </a:xfrm>
          <a:prstGeom xmlns:a="http://schemas.openxmlformats.org/drawingml/2006/main" prst="roundRect">
            <a:avLst>
              <a:gd name="adj" fmla="val 5769"/>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13" name="data-heading">
            <a:extLst xmlns:a="http://schemas.openxmlformats.org/drawingml/2006/main">
              <a:ext uri="{FF2B5EF4-FFF2-40B4-BE49-F238E27FC236}">
                <a16:creationId xmlns:a16="http://schemas.microsoft.com/office/drawing/2014/main" id="{5489CD18-46EB-44CC-8E49-E22DECFBBEC4}"/>
              </a:ext>
            </a:extLst>
          </p:cNvPr>
          <p:cNvSpPr>
            <a:spLocks xmlns:a="http://schemas.openxmlformats.org/drawingml/2006/main" noGrp="1"/>
          </p:cNvSpPr>
          <p:nvPr/>
        </p:nvSpPr>
        <p:spPr>
          <a:xfrm xmlns:a="http://schemas.openxmlformats.org/drawingml/2006/main">
            <a:off x="9829800" y="1676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DATA &amp; MODELS</a:t>
            </a:r>
          </a:p>
        </p:txBody>
      </p:sp>
      <p:sp>
        <p:nvSpPr>
          <p:cNvPr id="14" name="people-title">
            <a:extLst xmlns:a="http://schemas.openxmlformats.org/drawingml/2006/main">
              <a:ext uri="{FF2B5EF4-FFF2-40B4-BE49-F238E27FC236}">
                <a16:creationId xmlns:a16="http://schemas.microsoft.com/office/drawing/2014/main" id="{CD994B81-A4A5-4359-B880-E6C379AE585B}"/>
              </a:ext>
            </a:extLst>
          </p:cNvPr>
          <p:cNvSpPr>
            <a:spLocks xmlns:a="http://schemas.openxmlformats.org/drawingml/2006/main" noGrp="1"/>
          </p:cNvSpPr>
          <p:nvPr/>
        </p:nvSpPr>
        <p:spPr>
          <a:xfrm xmlns:a="http://schemas.openxmlformats.org/drawingml/2006/main">
            <a:off x="685800" y="1971675"/>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Student</a:t>
            </a:r>
          </a:p>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Teacher</a:t>
            </a:r>
          </a:p>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Admin</a:t>
            </a:r>
          </a:p>
        </p:txBody>
      </p:sp>
      <p:sp>
        <p:nvSpPr>
          <p:cNvPr id="15" name="people-detail">
            <a:extLst xmlns:a="http://schemas.openxmlformats.org/drawingml/2006/main">
              <a:ext uri="{FF2B5EF4-FFF2-40B4-BE49-F238E27FC236}">
                <a16:creationId xmlns:a16="http://schemas.microsoft.com/office/drawing/2014/main" id="{A2AED560-C090-4758-BCD3-CB86BF8E7C9D}"/>
              </a:ext>
            </a:extLst>
          </p:cNvPr>
          <p:cNvSpPr>
            <a:spLocks xmlns:a="http://schemas.openxmlformats.org/drawingml/2006/main" noGrp="1"/>
          </p:cNvSpPr>
          <p:nvPr/>
        </p:nvSpPr>
        <p:spPr>
          <a:xfrm xmlns:a="http://schemas.openxmlformats.org/drawingml/2006/main">
            <a:off x="685800" y="3048000"/>
            <a:ext cx="152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Text or voice turn</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Accessible reading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Classroom learning</a:t>
            </a:r>
          </a:p>
        </p:txBody>
      </p:sp>
      <p:sp>
        <p:nvSpPr>
          <p:cNvPr id="16" name="web-title">
            <a:extLst xmlns:a="http://schemas.openxmlformats.org/drawingml/2006/main">
              <a:ext uri="{FF2B5EF4-FFF2-40B4-BE49-F238E27FC236}">
                <a16:creationId xmlns:a16="http://schemas.microsoft.com/office/drawing/2014/main" id="{1D833391-7BCC-4133-9D9E-40C4145265DB}"/>
              </a:ext>
            </a:extLst>
          </p:cNvPr>
          <p:cNvSpPr>
            <a:spLocks xmlns:a="http://schemas.openxmlformats.org/drawingml/2006/main" noGrp="1"/>
          </p:cNvSpPr>
          <p:nvPr/>
        </p:nvSpPr>
        <p:spPr>
          <a:xfrm xmlns:a="http://schemas.openxmlformats.org/drawingml/2006/main">
            <a:off x="2714625" y="1971675"/>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Next.js Web</a:t>
            </a:r>
          </a:p>
        </p:txBody>
      </p:sp>
      <p:sp>
        <p:nvSpPr>
          <p:cNvPr id="17" name="web-detail">
            <a:extLst xmlns:a="http://schemas.openxmlformats.org/drawingml/2006/main">
              <a:ext uri="{FF2B5EF4-FFF2-40B4-BE49-F238E27FC236}">
                <a16:creationId xmlns:a16="http://schemas.microsoft.com/office/drawing/2014/main" id="{50C24525-A105-42A4-BA76-9ECA7A140E7C}"/>
              </a:ext>
            </a:extLst>
          </p:cNvPr>
          <p:cNvSpPr>
            <a:spLocks xmlns:a="http://schemas.openxmlformats.org/drawingml/2006/main" noGrp="1"/>
          </p:cNvSpPr>
          <p:nvPr/>
        </p:nvSpPr>
        <p:spPr>
          <a:xfrm xmlns:a="http://schemas.openxmlformats.org/drawingml/2006/main">
            <a:off x="2714625" y="2390775"/>
            <a:ext cx="16954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App Router</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Role-specific views</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Session &amp; cookie</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Server API / WS proxies</a:t>
            </a:r>
          </a:p>
        </p:txBody>
      </p:sp>
      <p:sp>
        <p:nvSpPr>
          <p:cNvPr id="18" name="api-title">
            <a:extLst xmlns:a="http://schemas.openxmlformats.org/drawingml/2006/main">
              <a:ext uri="{FF2B5EF4-FFF2-40B4-BE49-F238E27FC236}">
                <a16:creationId xmlns:a16="http://schemas.microsoft.com/office/drawing/2014/main" id="{5956F488-524F-494A-ACDA-5AB27DED4E2E}"/>
              </a:ext>
            </a:extLst>
          </p:cNvPr>
          <p:cNvSpPr>
            <a:spLocks xmlns:a="http://schemas.openxmlformats.org/drawingml/2006/main" noGrp="1"/>
          </p:cNvSpPr>
          <p:nvPr/>
        </p:nvSpPr>
        <p:spPr>
          <a:xfrm xmlns:a="http://schemas.openxmlformats.org/drawingml/2006/main">
            <a:off x="4914900" y="1971675"/>
            <a:ext cx="188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FastAPI</a:t>
            </a:r>
          </a:p>
        </p:txBody>
      </p:sp>
      <p:sp>
        <p:nvSpPr>
          <p:cNvPr id="19" name="api-detail">
            <a:extLst xmlns:a="http://schemas.openxmlformats.org/drawingml/2006/main">
              <a:ext uri="{FF2B5EF4-FFF2-40B4-BE49-F238E27FC236}">
                <a16:creationId xmlns:a16="http://schemas.microsoft.com/office/drawing/2014/main" id="{B9A550A9-1257-4CE5-AEA5-B28AB15B13D2}"/>
              </a:ext>
            </a:extLst>
          </p:cNvPr>
          <p:cNvSpPr>
            <a:spLocks xmlns:a="http://schemas.openxmlformats.org/drawingml/2006/main" noGrp="1"/>
          </p:cNvSpPr>
          <p:nvPr/>
        </p:nvSpPr>
        <p:spPr>
          <a:xfrm xmlns:a="http://schemas.openxmlformats.org/drawingml/2006/main">
            <a:off x="4914900" y="2390775"/>
            <a:ext cx="18859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a:solidFill>
                  <a:srgbClr val="CFD7E6"/>
                </a:solidFill>
                <a:latin typeface="Segoe UI"/>
                <a:ea typeface="Segoe UI"/>
                <a:cs typeface="Segoe UI"/>
              </a:defRPr>
            </a:defPPr>
            <a:lvl1pPr algn="l">
              <a:defRPr sz="1313">
                <a:solidFill>
                  <a:srgbClr val="CFD7E6"/>
                </a:solidFill>
                <a:latin typeface="Segoe UI"/>
                <a:ea typeface="Segoe UI"/>
                <a:cs typeface="Segoe UI"/>
              </a:defRPr>
            </a:lvl1pPr>
            <a:lvl2pPr algn="l">
              <a:defRPr sz="1313">
                <a:solidFill>
                  <a:srgbClr val="CFD7E6"/>
                </a:solidFill>
                <a:latin typeface="Segoe UI"/>
                <a:ea typeface="Segoe UI"/>
                <a:cs typeface="Segoe UI"/>
              </a:defRPr>
            </a:lvl2pPr>
            <a:lvl3pPr algn="l">
              <a:defRPr sz="1313">
                <a:solidFill>
                  <a:srgbClr val="CFD7E6"/>
                </a:solidFill>
                <a:latin typeface="Segoe UI"/>
                <a:ea typeface="Segoe UI"/>
                <a:cs typeface="Segoe UI"/>
              </a:defRPr>
            </a:lvl3pPr>
            <a:lvl4pPr algn="l">
              <a:defRPr sz="1313">
                <a:solidFill>
                  <a:srgbClr val="CFD7E6"/>
                </a:solidFill>
                <a:latin typeface="Segoe UI"/>
                <a:ea typeface="Segoe UI"/>
                <a:cs typeface="Segoe UI"/>
              </a:defRPr>
            </a:lvl4pPr>
            <a:lvl5pPr algn="l">
              <a:defRPr sz="1313">
                <a:solidFill>
                  <a:srgbClr val="CFD7E6"/>
                </a:solidFill>
                <a:latin typeface="Segoe UI"/>
                <a:ea typeface="Segoe UI"/>
                <a:cs typeface="Segoe UI"/>
              </a:defRPr>
            </a:lvl5pPr>
            <a:lvl6pPr algn="l">
              <a:defRPr sz="1313">
                <a:solidFill>
                  <a:srgbClr val="CFD7E6"/>
                </a:solidFill>
                <a:latin typeface="Segoe UI"/>
                <a:ea typeface="Segoe UI"/>
                <a:cs typeface="Segoe UI"/>
              </a:defRPr>
            </a:lvl6pPr>
            <a:lvl7pPr algn="l">
              <a:defRPr sz="1313">
                <a:solidFill>
                  <a:srgbClr val="CFD7E6"/>
                </a:solidFill>
                <a:latin typeface="Segoe UI"/>
                <a:ea typeface="Segoe UI"/>
                <a:cs typeface="Segoe UI"/>
              </a:defRPr>
            </a:lvl7pPr>
            <a:lvl8pPr algn="l">
              <a:defRPr sz="1313">
                <a:solidFill>
                  <a:srgbClr val="CFD7E6"/>
                </a:solidFill>
                <a:latin typeface="Segoe UI"/>
                <a:ea typeface="Segoe UI"/>
                <a:cs typeface="Segoe UI"/>
              </a:defRPr>
            </a:lvl8pPr>
            <a:lvl9pPr algn="l">
              <a:defRPr sz="1313">
                <a:solidFill>
                  <a:srgbClr val="CFD7E6"/>
                </a:solidFill>
                <a:latin typeface="Segoe UI"/>
                <a:ea typeface="Segoe UI"/>
                <a:cs typeface="Segoe UI"/>
              </a:defRPr>
            </a:lvl9pPr>
          </a:lstStyle>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REST + WebSocket</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Role-scoped routes</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Chat · learning · quiz</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Classes · analytics · admin</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Voice endpoints</a:t>
            </a:r>
          </a:p>
        </p:txBody>
      </p:sp>
      <p:sp>
        <p:nvSpPr>
          <p:cNvPr id="20" name="graph-title">
            <a:extLst xmlns:a="http://schemas.openxmlformats.org/drawingml/2006/main">
              <a:ext uri="{FF2B5EF4-FFF2-40B4-BE49-F238E27FC236}">
                <a16:creationId xmlns:a16="http://schemas.microsoft.com/office/drawing/2014/main" id="{63E8D094-BD96-40FA-800C-03252E12871E}"/>
              </a:ext>
            </a:extLst>
          </p:cNvPr>
          <p:cNvSpPr>
            <a:spLocks xmlns:a="http://schemas.openxmlformats.org/drawingml/2006/main" noGrp="1"/>
          </p:cNvSpPr>
          <p:nvPr/>
        </p:nvSpPr>
        <p:spPr>
          <a:xfrm xmlns:a="http://schemas.openxmlformats.org/drawingml/2006/main">
            <a:off x="7305675" y="1971675"/>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LangGraph</a:t>
            </a:r>
          </a:p>
        </p:txBody>
      </p:sp>
      <p:sp>
        <p:nvSpPr>
          <p:cNvPr id="21" name="graph-detail">
            <a:extLst xmlns:a="http://schemas.openxmlformats.org/drawingml/2006/main">
              <a:ext uri="{FF2B5EF4-FFF2-40B4-BE49-F238E27FC236}">
                <a16:creationId xmlns:a16="http://schemas.microsoft.com/office/drawing/2014/main" id="{62095D0F-C2A0-48C5-B64B-99ECF6C192D1}"/>
              </a:ext>
            </a:extLst>
          </p:cNvPr>
          <p:cNvSpPr>
            <a:spLocks xmlns:a="http://schemas.openxmlformats.org/drawingml/2006/main" noGrp="1"/>
          </p:cNvSpPr>
          <p:nvPr/>
        </p:nvSpPr>
        <p:spPr>
          <a:xfrm xmlns:a="http://schemas.openxmlformats.org/drawingml/2006/main">
            <a:off x="7305675" y="2390775"/>
            <a:ext cx="20574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Intent routing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RAG + tutoring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Quiz + scoring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Learner model + analytics</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Accessibility output</a:t>
            </a:r>
          </a:p>
        </p:txBody>
      </p:sp>
      <p:sp>
        <p:nvSpPr>
          <p:cNvPr id="22" name="data-title">
            <a:extLst xmlns:a="http://schemas.openxmlformats.org/drawingml/2006/main">
              <a:ext uri="{FF2B5EF4-FFF2-40B4-BE49-F238E27FC236}">
                <a16:creationId xmlns:a16="http://schemas.microsoft.com/office/drawing/2014/main" id="{0157C08B-6C7C-42A0-8D3C-0843D0C9DA6F}"/>
              </a:ext>
            </a:extLst>
          </p:cNvPr>
          <p:cNvSpPr>
            <a:spLocks xmlns:a="http://schemas.openxmlformats.org/drawingml/2006/main" noGrp="1"/>
          </p:cNvSpPr>
          <p:nvPr/>
        </p:nvSpPr>
        <p:spPr>
          <a:xfrm xmlns:a="http://schemas.openxmlformats.org/drawingml/2006/main">
            <a:off x="9858375" y="19716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5F7FC"/>
                </a:solidFill>
                <a:latin typeface="Segoe UI"/>
                <a:ea typeface="Segoe UI"/>
                <a:cs typeface="Segoe UI"/>
              </a:defRPr>
            </a:defPPr>
            <a:lvl1pPr algn="l">
              <a:defRPr sz="1650" b="1">
                <a:solidFill>
                  <a:srgbClr val="F5F7FC"/>
                </a:solidFill>
                <a:latin typeface="Segoe UI"/>
                <a:ea typeface="Segoe UI"/>
                <a:cs typeface="Segoe UI"/>
              </a:defRPr>
            </a:lvl1pPr>
            <a:lvl2pPr algn="l">
              <a:defRPr sz="1650" b="1">
                <a:solidFill>
                  <a:srgbClr val="F5F7FC"/>
                </a:solidFill>
                <a:latin typeface="Segoe UI"/>
                <a:ea typeface="Segoe UI"/>
                <a:cs typeface="Segoe UI"/>
              </a:defRPr>
            </a:lvl2pPr>
            <a:lvl3pPr algn="l">
              <a:defRPr sz="1650" b="1">
                <a:solidFill>
                  <a:srgbClr val="F5F7FC"/>
                </a:solidFill>
                <a:latin typeface="Segoe UI"/>
                <a:ea typeface="Segoe UI"/>
                <a:cs typeface="Segoe UI"/>
              </a:defRPr>
            </a:lvl3pPr>
            <a:lvl4pPr algn="l">
              <a:defRPr sz="1650" b="1">
                <a:solidFill>
                  <a:srgbClr val="F5F7FC"/>
                </a:solidFill>
                <a:latin typeface="Segoe UI"/>
                <a:ea typeface="Segoe UI"/>
                <a:cs typeface="Segoe UI"/>
              </a:defRPr>
            </a:lvl4pPr>
            <a:lvl5pPr algn="l">
              <a:defRPr sz="1650" b="1">
                <a:solidFill>
                  <a:srgbClr val="F5F7FC"/>
                </a:solidFill>
                <a:latin typeface="Segoe UI"/>
                <a:ea typeface="Segoe UI"/>
                <a:cs typeface="Segoe UI"/>
              </a:defRPr>
            </a:lvl5pPr>
            <a:lvl6pPr algn="l">
              <a:defRPr sz="1650" b="1">
                <a:solidFill>
                  <a:srgbClr val="F5F7FC"/>
                </a:solidFill>
                <a:latin typeface="Segoe UI"/>
                <a:ea typeface="Segoe UI"/>
                <a:cs typeface="Segoe UI"/>
              </a:defRPr>
            </a:lvl6pPr>
            <a:lvl7pPr algn="l">
              <a:defRPr sz="1650" b="1">
                <a:solidFill>
                  <a:srgbClr val="F5F7FC"/>
                </a:solidFill>
                <a:latin typeface="Segoe UI"/>
                <a:ea typeface="Segoe UI"/>
                <a:cs typeface="Segoe UI"/>
              </a:defRPr>
            </a:lvl7pPr>
            <a:lvl8pPr algn="l">
              <a:defRPr sz="1650" b="1">
                <a:solidFill>
                  <a:srgbClr val="F5F7FC"/>
                </a:solidFill>
                <a:latin typeface="Segoe UI"/>
                <a:ea typeface="Segoe UI"/>
                <a:cs typeface="Segoe UI"/>
              </a:defRPr>
            </a:lvl8pPr>
            <a:lvl9pPr algn="l">
              <a:defRPr sz="1650" b="1">
                <a:solidFill>
                  <a:srgbClr val="F5F7FC"/>
                </a:solidFill>
                <a:latin typeface="Segoe UI"/>
                <a:ea typeface="Segoe UI"/>
                <a:cs typeface="Segoe UI"/>
              </a:defRPr>
            </a:lvl9pPr>
          </a:lstStyle>
          <a:p xmlns:a="http://schemas.openxmlformats.org/drawingml/2006/main">
            <a:pPr algn="l">
              <a:defRPr sz="1650" b="1">
                <a:solidFill>
                  <a:srgbClr val="F5F7FC"/>
                </a:solidFill>
                <a:latin typeface="Segoe UI"/>
                <a:ea typeface="Segoe UI"/>
                <a:cs typeface="Segoe UI"/>
              </a:defRPr>
            </a:pPr>
            <a:r>
              <a:rPr sz="1650" b="1">
                <a:solidFill>
                  <a:srgbClr val="F5F7FC"/>
                </a:solidFill>
                <a:latin typeface="Segoe UI"/>
                <a:ea typeface="Segoe UI"/>
                <a:cs typeface="Segoe UI"/>
              </a:rPr>
              <a:t>Shared services</a:t>
            </a:r>
          </a:p>
        </p:txBody>
      </p:sp>
      <p:sp>
        <p:nvSpPr>
          <p:cNvPr id="23" name="data-detail">
            <a:extLst xmlns:a="http://schemas.openxmlformats.org/drawingml/2006/main">
              <a:ext uri="{FF2B5EF4-FFF2-40B4-BE49-F238E27FC236}">
                <a16:creationId xmlns:a16="http://schemas.microsoft.com/office/drawing/2014/main" id="{AEBDA22E-904D-4F68-8D68-1F477FBDC373}"/>
              </a:ext>
            </a:extLst>
          </p:cNvPr>
          <p:cNvSpPr>
            <a:spLocks xmlns:a="http://schemas.openxmlformats.org/drawingml/2006/main" noGrp="1"/>
          </p:cNvSpPr>
          <p:nvPr/>
        </p:nvSpPr>
        <p:spPr>
          <a:xfrm xmlns:a="http://schemas.openxmlformats.org/drawingml/2006/main">
            <a:off x="9858375" y="2390775"/>
            <a:ext cx="16573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a:solidFill>
                  <a:srgbClr val="CFD7E6"/>
                </a:solidFill>
                <a:latin typeface="Segoe UI"/>
                <a:ea typeface="Segoe UI"/>
                <a:cs typeface="Segoe UI"/>
              </a:defRPr>
            </a:defPPr>
            <a:lvl1pPr algn="l">
              <a:defRPr sz="1313">
                <a:solidFill>
                  <a:srgbClr val="CFD7E6"/>
                </a:solidFill>
                <a:latin typeface="Segoe UI"/>
                <a:ea typeface="Segoe UI"/>
                <a:cs typeface="Segoe UI"/>
              </a:defRPr>
            </a:lvl1pPr>
            <a:lvl2pPr algn="l">
              <a:defRPr sz="1313">
                <a:solidFill>
                  <a:srgbClr val="CFD7E6"/>
                </a:solidFill>
                <a:latin typeface="Segoe UI"/>
                <a:ea typeface="Segoe UI"/>
                <a:cs typeface="Segoe UI"/>
              </a:defRPr>
            </a:lvl2pPr>
            <a:lvl3pPr algn="l">
              <a:defRPr sz="1313">
                <a:solidFill>
                  <a:srgbClr val="CFD7E6"/>
                </a:solidFill>
                <a:latin typeface="Segoe UI"/>
                <a:ea typeface="Segoe UI"/>
                <a:cs typeface="Segoe UI"/>
              </a:defRPr>
            </a:lvl3pPr>
            <a:lvl4pPr algn="l">
              <a:defRPr sz="1313">
                <a:solidFill>
                  <a:srgbClr val="CFD7E6"/>
                </a:solidFill>
                <a:latin typeface="Segoe UI"/>
                <a:ea typeface="Segoe UI"/>
                <a:cs typeface="Segoe UI"/>
              </a:defRPr>
            </a:lvl4pPr>
            <a:lvl5pPr algn="l">
              <a:defRPr sz="1313">
                <a:solidFill>
                  <a:srgbClr val="CFD7E6"/>
                </a:solidFill>
                <a:latin typeface="Segoe UI"/>
                <a:ea typeface="Segoe UI"/>
                <a:cs typeface="Segoe UI"/>
              </a:defRPr>
            </a:lvl5pPr>
            <a:lvl6pPr algn="l">
              <a:defRPr sz="1313">
                <a:solidFill>
                  <a:srgbClr val="CFD7E6"/>
                </a:solidFill>
                <a:latin typeface="Segoe UI"/>
                <a:ea typeface="Segoe UI"/>
                <a:cs typeface="Segoe UI"/>
              </a:defRPr>
            </a:lvl6pPr>
            <a:lvl7pPr algn="l">
              <a:defRPr sz="1313">
                <a:solidFill>
                  <a:srgbClr val="CFD7E6"/>
                </a:solidFill>
                <a:latin typeface="Segoe UI"/>
                <a:ea typeface="Segoe UI"/>
                <a:cs typeface="Segoe UI"/>
              </a:defRPr>
            </a:lvl7pPr>
            <a:lvl8pPr algn="l">
              <a:defRPr sz="1313">
                <a:solidFill>
                  <a:srgbClr val="CFD7E6"/>
                </a:solidFill>
                <a:latin typeface="Segoe UI"/>
                <a:ea typeface="Segoe UI"/>
                <a:cs typeface="Segoe UI"/>
              </a:defRPr>
            </a:lvl8pPr>
            <a:lvl9pPr algn="l">
              <a:defRPr sz="1313">
                <a:solidFill>
                  <a:srgbClr val="CFD7E6"/>
                </a:solidFill>
                <a:latin typeface="Segoe UI"/>
                <a:ea typeface="Segoe UI"/>
                <a:cs typeface="Segoe UI"/>
              </a:defRPr>
            </a:lvl9pPr>
          </a:lstStyle>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PostgreSQL + pgvector</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Graph checkpoints</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Redis short-term memory</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OpenAI chat + embeddings</a:t>
            </a:r>
          </a:p>
        </p:txBody>
      </p:sp>
      <p:sp>
        <p:nvSpPr>
          <p:cNvPr id="28" name="intake-frame">
            <a:extLst xmlns:a="http://schemas.openxmlformats.org/drawingml/2006/main">
              <a:ext uri="{FF2B5EF4-FFF2-40B4-BE49-F238E27FC236}">
                <a16:creationId xmlns:a16="http://schemas.microsoft.com/office/drawing/2014/main" id="{DE12D0F4-1B98-4DDF-99A1-3840A092A4D1}"/>
              </a:ext>
            </a:extLst>
          </p:cNvPr>
          <p:cNvSpPr>
            <a:spLocks xmlns:a="http://schemas.openxmlformats.org/drawingml/2006/main" noGrp="1"/>
          </p:cNvSpPr>
          <p:nvPr/>
        </p:nvSpPr>
        <p:spPr>
          <a:xfrm xmlns:a="http://schemas.openxmlformats.org/drawingml/2006/main">
            <a:off x="514350" y="4524375"/>
            <a:ext cx="7010400" cy="1495425"/>
          </a:xfrm>
          <a:prstGeom xmlns:a="http://schemas.openxmlformats.org/drawingml/2006/main" prst="roundRect">
            <a:avLst>
              <a:gd name="adj" fmla="val 7643"/>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29" name="intake-heading">
            <a:extLst xmlns:a="http://schemas.openxmlformats.org/drawingml/2006/main">
              <a:ext uri="{FF2B5EF4-FFF2-40B4-BE49-F238E27FC236}">
                <a16:creationId xmlns:a16="http://schemas.microsoft.com/office/drawing/2014/main" id="{C39F0A52-0CF3-477F-BC3B-2FDE8CBBA1D0}"/>
              </a:ext>
            </a:extLst>
          </p:cNvPr>
          <p:cNvSpPr>
            <a:spLocks xmlns:a="http://schemas.openxmlformats.org/drawingml/2006/main" noGrp="1"/>
          </p:cNvSpPr>
          <p:nvPr/>
        </p:nvSpPr>
        <p:spPr>
          <a:xfrm xmlns:a="http://schemas.openxmlformats.org/drawingml/2006/main">
            <a:off x="647700" y="4638675"/>
            <a:ext cx="674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TEACHER MATERIAL INGESTION</a:t>
            </a:r>
          </a:p>
        </p:txBody>
      </p:sp>
      <p:sp>
        <p:nvSpPr>
          <p:cNvPr id="30" name="intake-upload">
            <a:extLst xmlns:a="http://schemas.openxmlformats.org/drawingml/2006/main">
              <a:ext uri="{FF2B5EF4-FFF2-40B4-BE49-F238E27FC236}">
                <a16:creationId xmlns:a16="http://schemas.microsoft.com/office/drawing/2014/main" id="{40FA303B-6D3D-4381-97B7-92B60B729E5A}"/>
              </a:ext>
            </a:extLst>
          </p:cNvPr>
          <p:cNvSpPr>
            <a:spLocks xmlns:a="http://schemas.openxmlformats.org/drawingml/2006/main" noGrp="1"/>
          </p:cNvSpPr>
          <p:nvPr/>
        </p:nvSpPr>
        <p:spPr>
          <a:xfrm xmlns:a="http://schemas.openxmlformats.org/drawingml/2006/main">
            <a:off x="714375" y="5067300"/>
            <a:ext cx="135255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Teacher</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upload</a:t>
            </a:r>
          </a:p>
        </p:txBody>
      </p:sp>
      <p:sp>
        <p:nvSpPr>
          <p:cNvPr id="31" name="intake-api">
            <a:extLst xmlns:a="http://schemas.openxmlformats.org/drawingml/2006/main">
              <a:ext uri="{FF2B5EF4-FFF2-40B4-BE49-F238E27FC236}">
                <a16:creationId xmlns:a16="http://schemas.microsoft.com/office/drawing/2014/main" id="{B097B730-1BC6-4C27-8CF5-88CAF662F817}"/>
              </a:ext>
            </a:extLst>
          </p:cNvPr>
          <p:cNvSpPr>
            <a:spLocks xmlns:a="http://schemas.openxmlformats.org/drawingml/2006/main" noGrp="1"/>
          </p:cNvSpPr>
          <p:nvPr/>
        </p:nvSpPr>
        <p:spPr>
          <a:xfrm xmlns:a="http://schemas.openxmlformats.org/drawingml/2006/main">
            <a:off x="2343150" y="5067300"/>
            <a:ext cx="102870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FastAPI</a:t>
            </a:r>
          </a:p>
        </p:txBody>
      </p:sp>
      <p:sp>
        <p:nvSpPr>
          <p:cNvPr id="32" name="intake-worker">
            <a:extLst xmlns:a="http://schemas.openxmlformats.org/drawingml/2006/main">
              <a:ext uri="{FF2B5EF4-FFF2-40B4-BE49-F238E27FC236}">
                <a16:creationId xmlns:a16="http://schemas.microsoft.com/office/drawing/2014/main" id="{D0D67401-7F80-49FE-8416-CFE4155DCF1F}"/>
              </a:ext>
            </a:extLst>
          </p:cNvPr>
          <p:cNvSpPr>
            <a:spLocks xmlns:a="http://schemas.openxmlformats.org/drawingml/2006/main" noGrp="1"/>
          </p:cNvSpPr>
          <p:nvPr/>
        </p:nvSpPr>
        <p:spPr>
          <a:xfrm xmlns:a="http://schemas.openxmlformats.org/drawingml/2006/main">
            <a:off x="3657600" y="5067300"/>
            <a:ext cx="158115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163" b="1">
                <a:solidFill>
                  <a:srgbClr val="F5F7FC"/>
                </a:solidFill>
                <a:latin typeface="Segoe UI"/>
                <a:ea typeface="Segoe UI"/>
                <a:cs typeface="Segoe UI"/>
              </a:defRPr>
            </a:defPPr>
            <a:lvl1pPr algn="ctr">
              <a:defRPr sz="1163" b="1">
                <a:solidFill>
                  <a:srgbClr val="F5F7FC"/>
                </a:solidFill>
                <a:latin typeface="Segoe UI"/>
                <a:ea typeface="Segoe UI"/>
                <a:cs typeface="Segoe UI"/>
              </a:defRPr>
            </a:lvl1pPr>
            <a:lvl2pPr algn="ctr">
              <a:defRPr sz="1163" b="1">
                <a:solidFill>
                  <a:srgbClr val="F5F7FC"/>
                </a:solidFill>
                <a:latin typeface="Segoe UI"/>
                <a:ea typeface="Segoe UI"/>
                <a:cs typeface="Segoe UI"/>
              </a:defRPr>
            </a:lvl2pPr>
            <a:lvl3pPr algn="ctr">
              <a:defRPr sz="1163" b="1">
                <a:solidFill>
                  <a:srgbClr val="F5F7FC"/>
                </a:solidFill>
                <a:latin typeface="Segoe UI"/>
                <a:ea typeface="Segoe UI"/>
                <a:cs typeface="Segoe UI"/>
              </a:defRPr>
            </a:lvl3pPr>
            <a:lvl4pPr algn="ctr">
              <a:defRPr sz="1163" b="1">
                <a:solidFill>
                  <a:srgbClr val="F5F7FC"/>
                </a:solidFill>
                <a:latin typeface="Segoe UI"/>
                <a:ea typeface="Segoe UI"/>
                <a:cs typeface="Segoe UI"/>
              </a:defRPr>
            </a:lvl4pPr>
            <a:lvl5pPr algn="ctr">
              <a:defRPr sz="1163" b="1">
                <a:solidFill>
                  <a:srgbClr val="F5F7FC"/>
                </a:solidFill>
                <a:latin typeface="Segoe UI"/>
                <a:ea typeface="Segoe UI"/>
                <a:cs typeface="Segoe UI"/>
              </a:defRPr>
            </a:lvl5pPr>
            <a:lvl6pPr algn="ctr">
              <a:defRPr sz="1163" b="1">
                <a:solidFill>
                  <a:srgbClr val="F5F7FC"/>
                </a:solidFill>
                <a:latin typeface="Segoe UI"/>
                <a:ea typeface="Segoe UI"/>
                <a:cs typeface="Segoe UI"/>
              </a:defRPr>
            </a:lvl6pPr>
            <a:lvl7pPr algn="ctr">
              <a:defRPr sz="1163" b="1">
                <a:solidFill>
                  <a:srgbClr val="F5F7FC"/>
                </a:solidFill>
                <a:latin typeface="Segoe UI"/>
                <a:ea typeface="Segoe UI"/>
                <a:cs typeface="Segoe UI"/>
              </a:defRPr>
            </a:lvl7pPr>
            <a:lvl8pPr algn="ctr">
              <a:defRPr sz="1163" b="1">
                <a:solidFill>
                  <a:srgbClr val="F5F7FC"/>
                </a:solidFill>
                <a:latin typeface="Segoe UI"/>
                <a:ea typeface="Segoe UI"/>
                <a:cs typeface="Segoe UI"/>
              </a:defRPr>
            </a:lvl8pPr>
            <a:lvl9pPr algn="ctr">
              <a:defRPr sz="1163" b="1">
                <a:solidFill>
                  <a:srgbClr val="F5F7FC"/>
                </a:solidFill>
                <a:latin typeface="Segoe UI"/>
                <a:ea typeface="Segoe UI"/>
                <a:cs typeface="Segoe UI"/>
              </a:defRPr>
            </a:lvl9pPr>
          </a:lstStyle>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Worker: parse</a:t>
            </a:r>
          </a:p>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 chunk → embed</a:t>
            </a:r>
          </a:p>
        </p:txBody>
      </p:sp>
      <p:sp>
        <p:nvSpPr>
          <p:cNvPr id="33" name="intake-store">
            <a:extLst xmlns:a="http://schemas.openxmlformats.org/drawingml/2006/main">
              <a:ext uri="{FF2B5EF4-FFF2-40B4-BE49-F238E27FC236}">
                <a16:creationId xmlns:a16="http://schemas.microsoft.com/office/drawing/2014/main" id="{E49A916B-42BB-46E0-B2C9-A99B3D4A3E94}"/>
              </a:ext>
            </a:extLst>
          </p:cNvPr>
          <p:cNvSpPr>
            <a:spLocks xmlns:a="http://schemas.openxmlformats.org/drawingml/2006/main" noGrp="1"/>
          </p:cNvSpPr>
          <p:nvPr/>
        </p:nvSpPr>
        <p:spPr>
          <a:xfrm xmlns:a="http://schemas.openxmlformats.org/drawingml/2006/main">
            <a:off x="5534025" y="5067300"/>
            <a:ext cx="1762125"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PostgreSQL</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pgvector chunks</a:t>
            </a:r>
          </a:p>
        </p:txBody>
      </p:sp>
      <p:sp>
        <p:nvSpPr>
          <p:cNvPr id="37" name="runtime-frame">
            <a:extLst xmlns:a="http://schemas.openxmlformats.org/drawingml/2006/main">
              <a:ext uri="{FF2B5EF4-FFF2-40B4-BE49-F238E27FC236}">
                <a16:creationId xmlns:a16="http://schemas.microsoft.com/office/drawing/2014/main" id="{5D1FE028-9392-4ADE-97D7-553B4C64429F}"/>
              </a:ext>
            </a:extLst>
          </p:cNvPr>
          <p:cNvSpPr>
            <a:spLocks xmlns:a="http://schemas.openxmlformats.org/drawingml/2006/main" noGrp="1"/>
          </p:cNvSpPr>
          <p:nvPr/>
        </p:nvSpPr>
        <p:spPr>
          <a:xfrm xmlns:a="http://schemas.openxmlformats.org/drawingml/2006/main">
            <a:off x="7715250" y="4524375"/>
            <a:ext cx="3962400" cy="1495425"/>
          </a:xfrm>
          <a:prstGeom xmlns:a="http://schemas.openxmlformats.org/drawingml/2006/main" prst="roundRect">
            <a:avLst>
              <a:gd name="adj" fmla="val 7643"/>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38" name="runtime-heading">
            <a:extLst xmlns:a="http://schemas.openxmlformats.org/drawingml/2006/main">
              <a:ext uri="{FF2B5EF4-FFF2-40B4-BE49-F238E27FC236}">
                <a16:creationId xmlns:a16="http://schemas.microsoft.com/office/drawing/2014/main" id="{5DB4AF57-B9EF-4B92-AE54-A7DB3936AC12}"/>
              </a:ext>
            </a:extLst>
          </p:cNvPr>
          <p:cNvSpPr>
            <a:spLocks xmlns:a="http://schemas.openxmlformats.org/drawingml/2006/main" noGrp="1"/>
          </p:cNvSpPr>
          <p:nvPr/>
        </p:nvSpPr>
        <p:spPr>
          <a:xfrm xmlns:a="http://schemas.openxmlformats.org/drawingml/2006/main">
            <a:off x="7848600" y="4638675"/>
            <a:ext cx="3695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RUNTIME &amp; VOICE</a:t>
            </a:r>
          </a:p>
        </p:txBody>
      </p:sp>
      <p:sp>
        <p:nvSpPr>
          <p:cNvPr id="39" name="runtime-compose">
            <a:extLst xmlns:a="http://schemas.openxmlformats.org/drawingml/2006/main">
              <a:ext uri="{FF2B5EF4-FFF2-40B4-BE49-F238E27FC236}">
                <a16:creationId xmlns:a16="http://schemas.microsoft.com/office/drawing/2014/main" id="{49D5763C-F659-4403-B034-BD6447568F89}"/>
              </a:ext>
            </a:extLst>
          </p:cNvPr>
          <p:cNvSpPr>
            <a:spLocks xmlns:a="http://schemas.openxmlformats.org/drawingml/2006/main" noGrp="1"/>
          </p:cNvSpPr>
          <p:nvPr/>
        </p:nvSpPr>
        <p:spPr>
          <a:xfrm xmlns:a="http://schemas.openxmlformats.org/drawingml/2006/main">
            <a:off x="7924800" y="4895850"/>
            <a:ext cx="358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F5F7FC"/>
                </a:solidFill>
                <a:latin typeface="Segoe UI"/>
                <a:ea typeface="Segoe UI"/>
                <a:cs typeface="Segoe UI"/>
              </a:defRPr>
            </a:defPPr>
            <a:lvl1pPr algn="l">
              <a:defRPr sz="1275" b="1">
                <a:solidFill>
                  <a:srgbClr val="F5F7FC"/>
                </a:solidFill>
                <a:latin typeface="Segoe UI"/>
                <a:ea typeface="Segoe UI"/>
                <a:cs typeface="Segoe UI"/>
              </a:defRPr>
            </a:lvl1pPr>
            <a:lvl2pPr algn="l">
              <a:defRPr sz="1275" b="1">
                <a:solidFill>
                  <a:srgbClr val="F5F7FC"/>
                </a:solidFill>
                <a:latin typeface="Segoe UI"/>
                <a:ea typeface="Segoe UI"/>
                <a:cs typeface="Segoe UI"/>
              </a:defRPr>
            </a:lvl2pPr>
            <a:lvl3pPr algn="l">
              <a:defRPr sz="1275" b="1">
                <a:solidFill>
                  <a:srgbClr val="F5F7FC"/>
                </a:solidFill>
                <a:latin typeface="Segoe UI"/>
                <a:ea typeface="Segoe UI"/>
                <a:cs typeface="Segoe UI"/>
              </a:defRPr>
            </a:lvl3pPr>
            <a:lvl4pPr algn="l">
              <a:defRPr sz="1275" b="1">
                <a:solidFill>
                  <a:srgbClr val="F5F7FC"/>
                </a:solidFill>
                <a:latin typeface="Segoe UI"/>
                <a:ea typeface="Segoe UI"/>
                <a:cs typeface="Segoe UI"/>
              </a:defRPr>
            </a:lvl4pPr>
            <a:lvl5pPr algn="l">
              <a:defRPr sz="1275" b="1">
                <a:solidFill>
                  <a:srgbClr val="F5F7FC"/>
                </a:solidFill>
                <a:latin typeface="Segoe UI"/>
                <a:ea typeface="Segoe UI"/>
                <a:cs typeface="Segoe UI"/>
              </a:defRPr>
            </a:lvl5pPr>
            <a:lvl6pPr algn="l">
              <a:defRPr sz="1275" b="1">
                <a:solidFill>
                  <a:srgbClr val="F5F7FC"/>
                </a:solidFill>
                <a:latin typeface="Segoe UI"/>
                <a:ea typeface="Segoe UI"/>
                <a:cs typeface="Segoe UI"/>
              </a:defRPr>
            </a:lvl6pPr>
            <a:lvl7pPr algn="l">
              <a:defRPr sz="1275" b="1">
                <a:solidFill>
                  <a:srgbClr val="F5F7FC"/>
                </a:solidFill>
                <a:latin typeface="Segoe UI"/>
                <a:ea typeface="Segoe UI"/>
                <a:cs typeface="Segoe UI"/>
              </a:defRPr>
            </a:lvl7pPr>
            <a:lvl8pPr algn="l">
              <a:defRPr sz="1275" b="1">
                <a:solidFill>
                  <a:srgbClr val="F5F7FC"/>
                </a:solidFill>
                <a:latin typeface="Segoe UI"/>
                <a:ea typeface="Segoe UI"/>
                <a:cs typeface="Segoe UI"/>
              </a:defRPr>
            </a:lvl8pPr>
            <a:lvl9pPr algn="l">
              <a:defRPr sz="1275" b="1">
                <a:solidFill>
                  <a:srgbClr val="F5F7FC"/>
                </a:solidFill>
                <a:latin typeface="Segoe UI"/>
                <a:ea typeface="Segoe UI"/>
                <a:cs typeface="Segoe UI"/>
              </a:defRPr>
            </a:lvl9pPr>
          </a:lstStyle>
          <a:p xmlns:a="http://schemas.openxmlformats.org/drawingml/2006/main">
            <a:pPr algn="l">
              <a:defRPr sz="1275" b="1">
                <a:solidFill>
                  <a:srgbClr val="F5F7FC"/>
                </a:solidFill>
                <a:latin typeface="Segoe UI"/>
                <a:ea typeface="Segoe UI"/>
                <a:cs typeface="Segoe UI"/>
              </a:defRPr>
            </a:pPr>
            <a:r>
              <a:rPr sz="1275" b="1">
                <a:solidFill>
                  <a:srgbClr val="F5F7FC"/>
                </a:solidFill>
                <a:latin typeface="Segoe UI"/>
                <a:ea typeface="Segoe UI"/>
                <a:cs typeface="Segoe UI"/>
              </a:rPr>
              <a:t>Docker Compose services</a:t>
            </a:r>
          </a:p>
          <a:p xmlns:a="http://schemas.openxmlformats.org/drawingml/2006/main">
            <a:pPr algn="l">
              <a:defRPr sz="1275" b="1">
                <a:solidFill>
                  <a:srgbClr val="F5F7FC"/>
                </a:solidFill>
                <a:latin typeface="Segoe UI"/>
                <a:ea typeface="Segoe UI"/>
                <a:cs typeface="Segoe UI"/>
              </a:defRPr>
            </a:pPr>
            <a:r>
              <a:rPr sz="1275" b="1">
                <a:solidFill>
                  <a:srgbClr val="F5F7FC"/>
                </a:solidFill>
                <a:latin typeface="Segoe UI"/>
                <a:ea typeface="Segoe UI"/>
                <a:cs typeface="Segoe UI"/>
              </a:rPr>
              <a:t>web · ai-engine · worker · Postgres · Redis</a:t>
            </a:r>
          </a:p>
        </p:txBody>
      </p:sp>
      <p:sp>
        <p:nvSpPr>
          <p:cNvPr id="40" name="runtime-voice">
            <a:extLst xmlns:a="http://schemas.openxmlformats.org/drawingml/2006/main">
              <a:ext uri="{FF2B5EF4-FFF2-40B4-BE49-F238E27FC236}">
                <a16:creationId xmlns:a16="http://schemas.microsoft.com/office/drawing/2014/main" id="{822D1837-CB50-44AA-940A-2CAE55E23036}"/>
              </a:ext>
            </a:extLst>
          </p:cNvPr>
          <p:cNvSpPr>
            <a:spLocks xmlns:a="http://schemas.openxmlformats.org/drawingml/2006/main" noGrp="1"/>
          </p:cNvSpPr>
          <p:nvPr/>
        </p:nvSpPr>
        <p:spPr>
          <a:xfrm xmlns:a="http://schemas.openxmlformats.org/drawingml/2006/main">
            <a:off x="7924800" y="5391150"/>
            <a:ext cx="3581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a:solidFill>
                  <a:srgbClr val="CFD7E6"/>
                </a:solidFill>
                <a:latin typeface="Segoe UI"/>
                <a:ea typeface="Segoe UI"/>
                <a:cs typeface="Segoe UI"/>
              </a:defRPr>
            </a:defPPr>
            <a:lvl1pPr algn="l">
              <a:defRPr sz="1275">
                <a:solidFill>
                  <a:srgbClr val="CFD7E6"/>
                </a:solidFill>
                <a:latin typeface="Segoe UI"/>
                <a:ea typeface="Segoe UI"/>
                <a:cs typeface="Segoe UI"/>
              </a:defRPr>
            </a:lvl1pPr>
            <a:lvl2pPr algn="l">
              <a:defRPr sz="1275">
                <a:solidFill>
                  <a:srgbClr val="CFD7E6"/>
                </a:solidFill>
                <a:latin typeface="Segoe UI"/>
                <a:ea typeface="Segoe UI"/>
                <a:cs typeface="Segoe UI"/>
              </a:defRPr>
            </a:lvl2pPr>
            <a:lvl3pPr algn="l">
              <a:defRPr sz="1275">
                <a:solidFill>
                  <a:srgbClr val="CFD7E6"/>
                </a:solidFill>
                <a:latin typeface="Segoe UI"/>
                <a:ea typeface="Segoe UI"/>
                <a:cs typeface="Segoe UI"/>
              </a:defRPr>
            </a:lvl3pPr>
            <a:lvl4pPr algn="l">
              <a:defRPr sz="1275">
                <a:solidFill>
                  <a:srgbClr val="CFD7E6"/>
                </a:solidFill>
                <a:latin typeface="Segoe UI"/>
                <a:ea typeface="Segoe UI"/>
                <a:cs typeface="Segoe UI"/>
              </a:defRPr>
            </a:lvl4pPr>
            <a:lvl5pPr algn="l">
              <a:defRPr sz="1275">
                <a:solidFill>
                  <a:srgbClr val="CFD7E6"/>
                </a:solidFill>
                <a:latin typeface="Segoe UI"/>
                <a:ea typeface="Segoe UI"/>
                <a:cs typeface="Segoe UI"/>
              </a:defRPr>
            </a:lvl5pPr>
            <a:lvl6pPr algn="l">
              <a:defRPr sz="1275">
                <a:solidFill>
                  <a:srgbClr val="CFD7E6"/>
                </a:solidFill>
                <a:latin typeface="Segoe UI"/>
                <a:ea typeface="Segoe UI"/>
                <a:cs typeface="Segoe UI"/>
              </a:defRPr>
            </a:lvl6pPr>
            <a:lvl7pPr algn="l">
              <a:defRPr sz="1275">
                <a:solidFill>
                  <a:srgbClr val="CFD7E6"/>
                </a:solidFill>
                <a:latin typeface="Segoe UI"/>
                <a:ea typeface="Segoe UI"/>
                <a:cs typeface="Segoe UI"/>
              </a:defRPr>
            </a:lvl7pPr>
            <a:lvl8pPr algn="l">
              <a:defRPr sz="1275">
                <a:solidFill>
                  <a:srgbClr val="CFD7E6"/>
                </a:solidFill>
                <a:latin typeface="Segoe UI"/>
                <a:ea typeface="Segoe UI"/>
                <a:cs typeface="Segoe UI"/>
              </a:defRPr>
            </a:lvl8pPr>
            <a:lvl9pPr algn="l">
              <a:defRPr sz="1275">
                <a:solidFill>
                  <a:srgbClr val="CFD7E6"/>
                </a:solidFill>
                <a:latin typeface="Segoe UI"/>
                <a:ea typeface="Segoe UI"/>
                <a:cs typeface="Segoe UI"/>
              </a:defRPr>
            </a:lvl9pPr>
          </a:lstStyle>
          <a:p xmlns:a="http://schemas.openxmlformats.org/drawingml/2006/main">
            <a:pPr algn="l">
              <a:defRPr sz="1275">
                <a:solidFill>
                  <a:srgbClr val="CFD7E6"/>
                </a:solidFill>
                <a:latin typeface="Segoe UI"/>
                <a:ea typeface="Segoe UI"/>
                <a:cs typeface="Segoe UI"/>
              </a:defRPr>
            </a:pPr>
            <a:r>
              <a:rPr sz="1275">
                <a:solidFill>
                  <a:srgbClr val="CFD7E6"/>
                </a:solidFill>
                <a:latin typeface="Segoe UI"/>
                <a:ea typeface="Segoe UI"/>
                <a:cs typeface="Segoe UI"/>
              </a:rPr>
              <a:t>Voice path: audio / WebSocket → STT → graph → streaming TTS</a:t>
            </a:r>
          </a:p>
        </p:txBody>
      </p:sp>
      <p:sp>
        <p:nvSpPr>
          <p:cNvPr id="41" name="full-footnote">
            <a:extLst xmlns:a="http://schemas.openxmlformats.org/drawingml/2006/main">
              <a:ext uri="{FF2B5EF4-FFF2-40B4-BE49-F238E27FC236}">
                <a16:creationId xmlns:a16="http://schemas.microsoft.com/office/drawing/2014/main" id="{45A64E38-8EC8-44F3-B978-036F17735095}"/>
              </a:ext>
            </a:extLst>
          </p:cNvPr>
          <p:cNvSpPr>
            <a:spLocks xmlns:a="http://schemas.openxmlformats.org/drawingml/2006/main" noGrp="1"/>
          </p:cNvSpPr>
          <p:nvPr/>
        </p:nvSpPr>
        <p:spPr>
          <a:xfrm xmlns:a="http://schemas.openxmlformats.org/drawingml/2006/main">
            <a:off x="609600" y="62388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a:solidFill>
                  <a:srgbClr val="9AA8BC"/>
                </a:solidFill>
                <a:latin typeface="Segoe UI"/>
                <a:ea typeface="Segoe UI"/>
                <a:cs typeface="Segoe UI"/>
              </a:defRPr>
            </a:defPPr>
            <a:lvl1pPr algn="l">
              <a:defRPr sz="1200">
                <a:solidFill>
                  <a:srgbClr val="9AA8BC"/>
                </a:solidFill>
                <a:latin typeface="Segoe UI"/>
                <a:ea typeface="Segoe UI"/>
                <a:cs typeface="Segoe UI"/>
              </a:defRPr>
            </a:lvl1pPr>
            <a:lvl2pPr algn="l">
              <a:defRPr sz="1200">
                <a:solidFill>
                  <a:srgbClr val="9AA8BC"/>
                </a:solidFill>
                <a:latin typeface="Segoe UI"/>
                <a:ea typeface="Segoe UI"/>
                <a:cs typeface="Segoe UI"/>
              </a:defRPr>
            </a:lvl2pPr>
            <a:lvl3pPr algn="l">
              <a:defRPr sz="1200">
                <a:solidFill>
                  <a:srgbClr val="9AA8BC"/>
                </a:solidFill>
                <a:latin typeface="Segoe UI"/>
                <a:ea typeface="Segoe UI"/>
                <a:cs typeface="Segoe UI"/>
              </a:defRPr>
            </a:lvl3pPr>
            <a:lvl4pPr algn="l">
              <a:defRPr sz="1200">
                <a:solidFill>
                  <a:srgbClr val="9AA8BC"/>
                </a:solidFill>
                <a:latin typeface="Segoe UI"/>
                <a:ea typeface="Segoe UI"/>
                <a:cs typeface="Segoe UI"/>
              </a:defRPr>
            </a:lvl4pPr>
            <a:lvl5pPr algn="l">
              <a:defRPr sz="1200">
                <a:solidFill>
                  <a:srgbClr val="9AA8BC"/>
                </a:solidFill>
                <a:latin typeface="Segoe UI"/>
                <a:ea typeface="Segoe UI"/>
                <a:cs typeface="Segoe UI"/>
              </a:defRPr>
            </a:lvl5pPr>
            <a:lvl6pPr algn="l">
              <a:defRPr sz="1200">
                <a:solidFill>
                  <a:srgbClr val="9AA8BC"/>
                </a:solidFill>
                <a:latin typeface="Segoe UI"/>
                <a:ea typeface="Segoe UI"/>
                <a:cs typeface="Segoe UI"/>
              </a:defRPr>
            </a:lvl6pPr>
            <a:lvl7pPr algn="l">
              <a:defRPr sz="1200">
                <a:solidFill>
                  <a:srgbClr val="9AA8BC"/>
                </a:solidFill>
                <a:latin typeface="Segoe UI"/>
                <a:ea typeface="Segoe UI"/>
                <a:cs typeface="Segoe UI"/>
              </a:defRPr>
            </a:lvl7pPr>
            <a:lvl8pPr algn="l">
              <a:defRPr sz="1200">
                <a:solidFill>
                  <a:srgbClr val="9AA8BC"/>
                </a:solidFill>
                <a:latin typeface="Segoe UI"/>
                <a:ea typeface="Segoe UI"/>
                <a:cs typeface="Segoe UI"/>
              </a:defRPr>
            </a:lvl8pPr>
            <a:lvl9pPr algn="l">
              <a:defRPr sz="1200">
                <a:solidFill>
                  <a:srgbClr val="9AA8BC"/>
                </a:solidFill>
                <a:latin typeface="Segoe UI"/>
                <a:ea typeface="Segoe UI"/>
                <a:cs typeface="Segoe UI"/>
              </a:defRPr>
            </a:lvl9pPr>
          </a:lstStyle>
          <a:p xmlns:a="http://schemas.openxmlformats.org/drawingml/2006/main">
            <a:pPr algn="l">
              <a:defRPr sz="1200">
                <a:solidFill>
                  <a:srgbClr val="9AA8BC"/>
                </a:solidFill>
                <a:latin typeface="Segoe UI"/>
                <a:ea typeface="Segoe UI"/>
                <a:cs typeface="Segoe UI"/>
              </a:defRPr>
            </a:pPr>
            <a:r>
              <a:rPr sz="1200">
                <a:solidFill>
                  <a:srgbClr val="9AA8BC"/>
                </a:solidFill>
                <a:latin typeface="Segoe UI"/>
                <a:ea typeface="Segoe UI"/>
                <a:cs typeface="Segoe UI"/>
              </a:rPr>
              <a:t>RAG retrieval uses PostgreSQL / pgvector; LangGraph checkpoints persist in PostgreSQL.</a:t>
            </a:r>
          </a:p>
        </p:txBody>
      </p:sp>
    </p:spTree>
    <p:extLst>
      <p:ext uri="{BB962C8B-B14F-4D97-AF65-F5344CB8AC3E}">
        <p14:creationId xmlns:p14="http://schemas.microsoft.com/office/powerpoint/2010/main" val="1400622208"/>
      </p:ext>
    </p:extLst>
  </p:cSld>
</p:sld>
</file>

<file path=ppt/slides/slide2.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40" name="">
            <a:extLst xmlns:a="http://schemas.openxmlformats.org/drawingml/2006/main">
              <a:ext uri="{FF2B5EF4-FFF2-40B4-BE49-F238E27FC236}">
                <a16:creationId xmlns:a16="http://schemas.microsoft.com/office/drawing/2014/main" id="{590E3723-C4ED-4510-A080-0C801AD1CDA3}"/>
              </a:ext>
            </a:extLst>
          </p:cNvPr>
          <p:cNvCxnSpPr>
            <a:stCxn xmlns:a="http://schemas.openxmlformats.org/drawingml/2006/main" id="22" idx="3"/>
            <a:endCxn xmlns:a="http://schemas.openxmlformats.org/drawingml/2006/main" id="23" idx="1"/>
          </p:cNvCxnSpPr>
          <p:nvPr/>
        </p:nvCxnSpPr>
        <p:spPr>
          <a:xfrm xmlns:a="http://schemas.openxmlformats.org/drawingml/2006/main">
            <a:off x="10877550" y="4219575"/>
            <a:ext cx="5715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C2F604FF-76CD-4B3E-828E-9865E3920B37}"/>
              </a:ext>
            </a:extLst>
          </p:cNvPr>
          <p:cNvCxnSpPr>
            <a:stCxn xmlns:a="http://schemas.openxmlformats.org/drawingml/2006/main" id="21" idx="3"/>
            <a:endCxn xmlns:a="http://schemas.openxmlformats.org/drawingml/2006/main" id="22" idx="1"/>
          </p:cNvCxnSpPr>
          <p:nvPr/>
        </p:nvCxnSpPr>
        <p:spPr>
          <a:xfrm xmlns:a="http://schemas.openxmlformats.org/drawingml/2006/main" flipV="1">
            <a:off x="9286875" y="4219575"/>
            <a:ext cx="333375" cy="1390650"/>
          </a:xfrm>
          <a:prstGeom xmlns:a="http://schemas.openxmlformats.org/drawingml/2006/main" prst="bentConnector3">
            <a:avLst>
              <a:gd name="adj1" fmla="val 50000"/>
            </a:avLst>
          </a:prstGeom>
          <a:ln xmlns:a="http://schemas.openxmlformats.org/drawingml/2006/main" w="17145">
            <a:solidFill>
              <a:srgbClr val="D4ED50"/>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8709BE92-CA51-48BA-B754-B4100BDD0367}"/>
              </a:ext>
            </a:extLst>
          </p:cNvPr>
          <p:cNvCxnSpPr>
            <a:stCxn xmlns:a="http://schemas.openxmlformats.org/drawingml/2006/main" id="20" idx="3"/>
            <a:endCxn xmlns:a="http://schemas.openxmlformats.org/drawingml/2006/main" id="21" idx="1"/>
          </p:cNvCxnSpPr>
          <p:nvPr/>
        </p:nvCxnSpPr>
        <p:spPr>
          <a:xfrm xmlns:a="http://schemas.openxmlformats.org/drawingml/2006/main">
            <a:off x="7905750" y="5610225"/>
            <a:ext cx="161925" cy="0"/>
          </a:xfrm>
          <a:prstGeom xmlns:a="http://schemas.openxmlformats.org/drawingml/2006/main" prst="straightConnector1">
            <a:avLst/>
          </a:prstGeom>
          <a:ln xmlns:a="http://schemas.openxmlformats.org/drawingml/2006/main" w="17145">
            <a:solidFill>
              <a:srgbClr val="D4ED50"/>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567DA9C6-48F6-4FF2-9F10-6FF503BCBF5A}"/>
              </a:ext>
            </a:extLst>
          </p:cNvPr>
          <p:cNvCxnSpPr>
            <a:stCxn xmlns:a="http://schemas.openxmlformats.org/drawingml/2006/main" id="19" idx="3"/>
            <a:endCxn xmlns:a="http://schemas.openxmlformats.org/drawingml/2006/main" id="20" idx="1"/>
          </p:cNvCxnSpPr>
          <p:nvPr/>
        </p:nvCxnSpPr>
        <p:spPr>
          <a:xfrm xmlns:a="http://schemas.openxmlformats.org/drawingml/2006/main">
            <a:off x="6524625" y="5610225"/>
            <a:ext cx="161925" cy="0"/>
          </a:xfrm>
          <a:prstGeom xmlns:a="http://schemas.openxmlformats.org/drawingml/2006/main" prst="straightConnector1">
            <a:avLst/>
          </a:prstGeom>
          <a:ln xmlns:a="http://schemas.openxmlformats.org/drawingml/2006/main" w="17145">
            <a:solidFill>
              <a:srgbClr val="A38AFF"/>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34DF7F7D-BCBC-4B78-885B-0D1E728BBBF5}"/>
              </a:ext>
            </a:extLst>
          </p:cNvPr>
          <p:cNvCxnSpPr>
            <a:stCxn xmlns:a="http://schemas.openxmlformats.org/drawingml/2006/main" id="18" idx="3"/>
            <a:endCxn xmlns:a="http://schemas.openxmlformats.org/drawingml/2006/main" id="19" idx="1"/>
          </p:cNvCxnSpPr>
          <p:nvPr/>
        </p:nvCxnSpPr>
        <p:spPr>
          <a:xfrm xmlns:a="http://schemas.openxmlformats.org/drawingml/2006/main">
            <a:off x="5153025" y="5610225"/>
            <a:ext cx="152400" cy="0"/>
          </a:xfrm>
          <a:prstGeom xmlns:a="http://schemas.openxmlformats.org/drawingml/2006/main" prst="straightConnector1">
            <a:avLst/>
          </a:prstGeom>
          <a:ln xmlns:a="http://schemas.openxmlformats.org/drawingml/2006/main" w="17145">
            <a:solidFill>
              <a:srgbClr val="D4ED50"/>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57280112-C9F7-402B-BCAF-E9E7A621E3CE}"/>
              </a:ext>
            </a:extLst>
          </p:cNvPr>
          <p:cNvCxnSpPr>
            <a:stCxn xmlns:a="http://schemas.openxmlformats.org/drawingml/2006/main" id="5" idx="3"/>
            <a:endCxn xmlns:a="http://schemas.openxmlformats.org/drawingml/2006/main" id="18" idx="1"/>
          </p:cNvCxnSpPr>
          <p:nvPr/>
        </p:nvCxnSpPr>
        <p:spPr>
          <a:xfrm xmlns:a="http://schemas.openxmlformats.org/drawingml/2006/main">
            <a:off x="3733800" y="3114675"/>
            <a:ext cx="447675" cy="2495550"/>
          </a:xfrm>
          <a:prstGeom xmlns:a="http://schemas.openxmlformats.org/drawingml/2006/main" prst="bentConnector3">
            <a:avLst>
              <a:gd name="adj1" fmla="val 50000"/>
            </a:avLst>
          </a:prstGeom>
          <a:ln xmlns:a="http://schemas.openxmlformats.org/drawingml/2006/main" w="19050">
            <a:solidFill>
              <a:srgbClr val="FFB35D"/>
            </a:solidFill>
            <a:prstDash val="dash"/>
            <a:tailEnd type="triangle" w="sm" len="sm"/>
          </a:ln>
        </p:spPr>
      </p:cxnSp>
      <p:cxnSp>
        <p:nvCxnSpPr>
          <p:cNvPr id="34" name="">
            <a:extLst xmlns:a="http://schemas.openxmlformats.org/drawingml/2006/main">
              <a:ext uri="{FF2B5EF4-FFF2-40B4-BE49-F238E27FC236}">
                <a16:creationId xmlns:a16="http://schemas.microsoft.com/office/drawing/2014/main" id="{0784B382-F997-4460-8890-4D0DF7AA60E1}"/>
              </a:ext>
            </a:extLst>
          </p:cNvPr>
          <p:cNvCxnSpPr>
            <a:stCxn xmlns:a="http://schemas.openxmlformats.org/drawingml/2006/main" id="15" idx="3"/>
            <a:endCxn xmlns:a="http://schemas.openxmlformats.org/drawingml/2006/main" id="22" idx="1"/>
          </p:cNvCxnSpPr>
          <p:nvPr/>
        </p:nvCxnSpPr>
        <p:spPr>
          <a:xfrm xmlns:a="http://schemas.openxmlformats.org/drawingml/2006/main">
            <a:off x="6896100" y="4219575"/>
            <a:ext cx="272415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C748E7B2-0F3E-4B22-86D7-4A28F7CD63BA}"/>
              </a:ext>
            </a:extLst>
          </p:cNvPr>
          <p:cNvCxnSpPr>
            <a:stCxn xmlns:a="http://schemas.openxmlformats.org/drawingml/2006/main" id="14" idx="3"/>
            <a:endCxn xmlns:a="http://schemas.openxmlformats.org/drawingml/2006/main" id="15" idx="1"/>
          </p:cNvCxnSpPr>
          <p:nvPr/>
        </p:nvCxnSpPr>
        <p:spPr>
          <a:xfrm xmlns:a="http://schemas.openxmlformats.org/drawingml/2006/main">
            <a:off x="5562600" y="4219575"/>
            <a:ext cx="17145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861F2C59-250F-43C7-A695-E6B9E12C5625}"/>
              </a:ext>
            </a:extLst>
          </p:cNvPr>
          <p:cNvCxnSpPr>
            <a:stCxn xmlns:a="http://schemas.openxmlformats.org/drawingml/2006/main" id="11" idx="3"/>
            <a:endCxn xmlns:a="http://schemas.openxmlformats.org/drawingml/2006/main" id="22" idx="0"/>
          </p:cNvCxnSpPr>
          <p:nvPr/>
        </p:nvCxnSpPr>
        <p:spPr>
          <a:xfrm xmlns:a="http://schemas.openxmlformats.org/drawingml/2006/main">
            <a:off x="8343900" y="2705100"/>
            <a:ext cx="1905000" cy="1123950"/>
          </a:xfrm>
          <a:prstGeom xmlns:a="http://schemas.openxmlformats.org/drawingml/2006/main" prst="bentConnector2">
            <a:avLst/>
          </a:prstGeom>
          <a:ln xmlns:a="http://schemas.openxmlformats.org/drawingml/2006/main" w="17145">
            <a:solidFill>
              <a:srgbClr val="A38AFF"/>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EB2DD118-0278-4ADE-80DA-0EF6B24A34D7}"/>
              </a:ext>
            </a:extLst>
          </p:cNvPr>
          <p:cNvCxnSpPr>
            <a:stCxn xmlns:a="http://schemas.openxmlformats.org/drawingml/2006/main" id="10" idx="3"/>
            <a:endCxn xmlns:a="http://schemas.openxmlformats.org/drawingml/2006/main" id="22" idx="0"/>
          </p:cNvCxnSpPr>
          <p:nvPr/>
        </p:nvCxnSpPr>
        <p:spPr>
          <a:xfrm xmlns:a="http://schemas.openxmlformats.org/drawingml/2006/main">
            <a:off x="8343900" y="2085975"/>
            <a:ext cx="1905000" cy="1743075"/>
          </a:xfrm>
          <a:prstGeom xmlns:a="http://schemas.openxmlformats.org/drawingml/2006/main" prst="bentConnector2">
            <a:avLst/>
          </a:prstGeom>
          <a:ln xmlns:a="http://schemas.openxmlformats.org/drawingml/2006/main" w="17145">
            <a:solidFill>
              <a:srgbClr val="D4ED50"/>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2A5C7F3B-F21B-4BAA-8084-0300016FF91C}"/>
              </a:ext>
            </a:extLst>
          </p:cNvPr>
          <p:cNvCxnSpPr>
            <a:stCxn xmlns:a="http://schemas.openxmlformats.org/drawingml/2006/main" id="9" idx="3"/>
            <a:endCxn xmlns:a="http://schemas.openxmlformats.org/drawingml/2006/main" id="11" idx="1"/>
          </p:cNvCxnSpPr>
          <p:nvPr/>
        </p:nvCxnSpPr>
        <p:spPr>
          <a:xfrm xmlns:a="http://schemas.openxmlformats.org/drawingml/2006/main">
            <a:off x="6515100" y="2390775"/>
            <a:ext cx="228600" cy="314325"/>
          </a:xfrm>
          <a:prstGeom xmlns:a="http://schemas.openxmlformats.org/drawingml/2006/main" prst="bentConnector3">
            <a:avLst>
              <a:gd name="adj1" fmla="val 50000"/>
            </a:avLst>
          </a:prstGeom>
          <a:ln xmlns:a="http://schemas.openxmlformats.org/drawingml/2006/main" w="17145">
            <a:solidFill>
              <a:srgbClr val="A38AFF"/>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7D1BF1FD-85EA-411B-84B4-0A1B096DC56D}"/>
              </a:ext>
            </a:extLst>
          </p:cNvPr>
          <p:cNvCxnSpPr>
            <a:stCxn xmlns:a="http://schemas.openxmlformats.org/drawingml/2006/main" id="9" idx="3"/>
            <a:endCxn xmlns:a="http://schemas.openxmlformats.org/drawingml/2006/main" id="10" idx="1"/>
          </p:cNvCxnSpPr>
          <p:nvPr/>
        </p:nvCxnSpPr>
        <p:spPr>
          <a:xfrm xmlns:a="http://schemas.openxmlformats.org/drawingml/2006/main" flipV="1">
            <a:off x="6515100" y="2085975"/>
            <a:ext cx="228600" cy="304800"/>
          </a:xfrm>
          <a:prstGeom xmlns:a="http://schemas.openxmlformats.org/drawingml/2006/main" prst="bentConnector3">
            <a:avLst>
              <a:gd name="adj1" fmla="val 50000"/>
            </a:avLst>
          </a:prstGeom>
          <a:ln xmlns:a="http://schemas.openxmlformats.org/drawingml/2006/main" w="17145">
            <a:solidFill>
              <a:srgbClr val="D4ED50"/>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91F7E98C-BAE7-42C5-A316-887F33BDAFFE}"/>
              </a:ext>
            </a:extLst>
          </p:cNvPr>
          <p:cNvCxnSpPr>
            <a:stCxn xmlns:a="http://schemas.openxmlformats.org/drawingml/2006/main" id="8" idx="3"/>
            <a:endCxn xmlns:a="http://schemas.openxmlformats.org/drawingml/2006/main" id="9" idx="1"/>
          </p:cNvCxnSpPr>
          <p:nvPr/>
        </p:nvCxnSpPr>
        <p:spPr>
          <a:xfrm xmlns:a="http://schemas.openxmlformats.org/drawingml/2006/main">
            <a:off x="5276850" y="2390775"/>
            <a:ext cx="13335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9F130F22-1308-417A-903D-0ED7B9C8E52F}"/>
              </a:ext>
            </a:extLst>
          </p:cNvPr>
          <p:cNvCxnSpPr>
            <a:stCxn xmlns:a="http://schemas.openxmlformats.org/drawingml/2006/main" id="5" idx="3"/>
            <a:endCxn xmlns:a="http://schemas.openxmlformats.org/drawingml/2006/main" id="18" idx="1"/>
          </p:cNvCxnSpPr>
          <p:nvPr/>
        </p:nvCxnSpPr>
        <p:spPr>
          <a:xfrm xmlns:a="http://schemas.openxmlformats.org/drawingml/2006/main">
            <a:off x="3733800" y="3114675"/>
            <a:ext cx="447675" cy="2495550"/>
          </a:xfrm>
          <a:prstGeom xmlns:a="http://schemas.openxmlformats.org/drawingml/2006/main" prst="bentConnector3">
            <a:avLst>
              <a:gd name="adj1" fmla="val 50000"/>
            </a:avLst>
          </a:prstGeom>
          <a:ln xmlns:a="http://schemas.openxmlformats.org/drawingml/2006/main" w="19050">
            <a:solidFill>
              <a:srgbClr val="FFB35D"/>
            </a:solidFill>
            <a:prstDash val="dash"/>
            <a:tailEnd type="triangle" w="sm" len="sm"/>
          </a:ln>
        </p:spPr>
      </p:cxnSp>
      <p:cxnSp>
        <p:nvCxnSpPr>
          <p:cNvPr id="26" name="">
            <a:extLst xmlns:a="http://schemas.openxmlformats.org/drawingml/2006/main">
              <a:ext uri="{FF2B5EF4-FFF2-40B4-BE49-F238E27FC236}">
                <a16:creationId xmlns:a16="http://schemas.microsoft.com/office/drawing/2014/main" id="{62013C52-5EBE-4EF7-B2ED-B0CF7858D480}"/>
              </a:ext>
            </a:extLst>
          </p:cNvPr>
          <p:cNvCxnSpPr>
            <a:stCxn xmlns:a="http://schemas.openxmlformats.org/drawingml/2006/main" id="5" idx="3"/>
            <a:endCxn xmlns:a="http://schemas.openxmlformats.org/drawingml/2006/main" id="12" idx="1"/>
          </p:cNvCxnSpPr>
          <p:nvPr/>
        </p:nvCxnSpPr>
        <p:spPr>
          <a:xfrm xmlns:a="http://schemas.openxmlformats.org/drawingml/2006/main">
            <a:off x="3733800" y="3114675"/>
            <a:ext cx="266700" cy="990600"/>
          </a:xfrm>
          <a:prstGeom xmlns:a="http://schemas.openxmlformats.org/drawingml/2006/main" prst="bentConnector3">
            <a:avLst>
              <a:gd name="adj1" fmla="val 50000"/>
            </a:avLst>
          </a:prstGeom>
          <a:ln xmlns:a="http://schemas.openxmlformats.org/drawingml/2006/main" w="19050">
            <a:solidFill>
              <a:srgbClr val="6877FF"/>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9A3BD7D1-5FBC-44FD-A6CD-C75553A7D9C1}"/>
              </a:ext>
            </a:extLst>
          </p:cNvPr>
          <p:cNvCxnSpPr>
            <a:stCxn xmlns:a="http://schemas.openxmlformats.org/drawingml/2006/main" id="5" idx="3"/>
            <a:endCxn xmlns:a="http://schemas.openxmlformats.org/drawingml/2006/main" id="6" idx="1"/>
          </p:cNvCxnSpPr>
          <p:nvPr/>
        </p:nvCxnSpPr>
        <p:spPr>
          <a:xfrm xmlns:a="http://schemas.openxmlformats.org/drawingml/2006/main" flipV="1">
            <a:off x="3733800" y="2409825"/>
            <a:ext cx="266700" cy="704850"/>
          </a:xfrm>
          <a:prstGeom xmlns:a="http://schemas.openxmlformats.org/drawingml/2006/main" prst="bentConnector3">
            <a:avLst>
              <a:gd name="adj1" fmla="val 50000"/>
            </a:avLst>
          </a:prstGeom>
          <a:ln xmlns:a="http://schemas.openxmlformats.org/drawingml/2006/main" w="19050">
            <a:solidFill>
              <a:srgbClr val="37C9C4"/>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66D63ABE-4620-4854-8E21-BAE18BCDE528}"/>
              </a:ext>
            </a:extLst>
          </p:cNvPr>
          <p:cNvCxnSpPr>
            <a:stCxn xmlns:a="http://schemas.openxmlformats.org/drawingml/2006/main" id="4" idx="3"/>
            <a:endCxn xmlns:a="http://schemas.openxmlformats.org/drawingml/2006/main" id="5" idx="1"/>
          </p:cNvCxnSpPr>
          <p:nvPr/>
        </p:nvCxnSpPr>
        <p:spPr>
          <a:xfrm xmlns:a="http://schemas.openxmlformats.org/drawingml/2006/main">
            <a:off x="1866900" y="3114675"/>
            <a:ext cx="266700" cy="0"/>
          </a:xfrm>
          <a:prstGeom xmlns:a="http://schemas.openxmlformats.org/drawingml/2006/main" prst="straightConnector1">
            <a:avLst/>
          </a:prstGeom>
          <a:ln xmlns:a="http://schemas.openxmlformats.org/drawingml/2006/main" w="19050">
            <a:solidFill>
              <a:srgbClr val="37C9C4"/>
            </a:solidFill>
            <a:prstDash val="solid"/>
            <a:tailEnd type="triangle" w="sm" len="sm"/>
          </a:ln>
        </p:spPr>
      </p:cxnSp>
      <p:sp>
        <p:nvSpPr>
          <p:cNvPr id="43" name="eyebrow-02  /  AGENTIC FLOW">
            <a:extLst xmlns:a="http://schemas.openxmlformats.org/drawingml/2006/main">
              <a:ext uri="{FF2B5EF4-FFF2-40B4-BE49-F238E27FC236}">
                <a16:creationId xmlns:a16="http://schemas.microsoft.com/office/drawing/2014/main" id="{2F0FA0BB-1082-49F5-9065-4830329E402B}"/>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02  /  AGENTIC FLOW</a:t>
            </a:r>
          </a:p>
        </p:txBody>
      </p:sp>
      <p:sp>
        <p:nvSpPr>
          <p:cNvPr id="2" name="title-02  /  AGENTIC FLOW">
            <a:extLst xmlns:a="http://schemas.openxmlformats.org/drawingml/2006/main">
              <a:ext uri="{FF2B5EF4-FFF2-40B4-BE49-F238E27FC236}">
                <a16:creationId xmlns:a16="http://schemas.microsoft.com/office/drawing/2014/main" id="{7415A2B5-B6E9-4149-910D-448CE641A089}"/>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LangGraph Agentic Flow</a:t>
            </a:r>
          </a:p>
        </p:txBody>
      </p:sp>
      <p:sp>
        <p:nvSpPr>
          <p:cNvPr id="3" name="subtitle-02  /  AGENTIC FLOW">
            <a:extLst xmlns:a="http://schemas.openxmlformats.org/drawingml/2006/main">
              <a:ext uri="{FF2B5EF4-FFF2-40B4-BE49-F238E27FC236}">
                <a16:creationId xmlns:a16="http://schemas.microsoft.com/office/drawing/2014/main" id="{38DC406E-0C04-4EFF-B13B-AE1648323036}"/>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Intent routing selects the learning path; shared accessibility processing shapes every spoken response.</a:t>
            </a:r>
          </a:p>
        </p:txBody>
      </p:sp>
      <p:sp>
        <p:nvSpPr>
          <p:cNvPr id="4" name="turn-input">
            <a:extLst xmlns:a="http://schemas.openxmlformats.org/drawingml/2006/main">
              <a:ext uri="{FF2B5EF4-FFF2-40B4-BE49-F238E27FC236}">
                <a16:creationId xmlns:a16="http://schemas.microsoft.com/office/drawing/2014/main" id="{FD789549-96A9-4625-BF10-5E439C29A588}"/>
              </a:ext>
            </a:extLst>
          </p:cNvPr>
          <p:cNvSpPr>
            <a:spLocks xmlns:a="http://schemas.openxmlformats.org/drawingml/2006/main" noGrp="1"/>
          </p:cNvSpPr>
          <p:nvPr/>
        </p:nvSpPr>
        <p:spPr>
          <a:xfrm xmlns:a="http://schemas.openxmlformats.org/drawingml/2006/main">
            <a:off x="514350" y="2762250"/>
            <a:ext cx="1352550" cy="704850"/>
          </a:xfrm>
          <a:prstGeom xmlns:a="http://schemas.openxmlformats.org/drawingml/2006/main" prst="roundRect">
            <a:avLst>
              <a:gd name="adj" fmla="val 13514"/>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425" b="1">
                <a:solidFill>
                  <a:srgbClr val="F5F7FC"/>
                </a:solidFill>
                <a:latin typeface="Segoe UI"/>
                <a:ea typeface="Segoe UI"/>
                <a:cs typeface="Segoe UI"/>
              </a:defRPr>
            </a:defPPr>
            <a:lvl1pPr algn="ctr">
              <a:defRPr sz="1425" b="1">
                <a:solidFill>
                  <a:srgbClr val="F5F7FC"/>
                </a:solidFill>
                <a:latin typeface="Segoe UI"/>
                <a:ea typeface="Segoe UI"/>
                <a:cs typeface="Segoe UI"/>
              </a:defRPr>
            </a:lvl1pPr>
            <a:lvl2pPr algn="ctr">
              <a:defRPr sz="1425" b="1">
                <a:solidFill>
                  <a:srgbClr val="F5F7FC"/>
                </a:solidFill>
                <a:latin typeface="Segoe UI"/>
                <a:ea typeface="Segoe UI"/>
                <a:cs typeface="Segoe UI"/>
              </a:defRPr>
            </a:lvl2pPr>
            <a:lvl3pPr algn="ctr">
              <a:defRPr sz="1425" b="1">
                <a:solidFill>
                  <a:srgbClr val="F5F7FC"/>
                </a:solidFill>
                <a:latin typeface="Segoe UI"/>
                <a:ea typeface="Segoe UI"/>
                <a:cs typeface="Segoe UI"/>
              </a:defRPr>
            </a:lvl3pPr>
            <a:lvl4pPr algn="ctr">
              <a:defRPr sz="1425" b="1">
                <a:solidFill>
                  <a:srgbClr val="F5F7FC"/>
                </a:solidFill>
                <a:latin typeface="Segoe UI"/>
                <a:ea typeface="Segoe UI"/>
                <a:cs typeface="Segoe UI"/>
              </a:defRPr>
            </a:lvl4pPr>
            <a:lvl5pPr algn="ctr">
              <a:defRPr sz="1425" b="1">
                <a:solidFill>
                  <a:srgbClr val="F5F7FC"/>
                </a:solidFill>
                <a:latin typeface="Segoe UI"/>
                <a:ea typeface="Segoe UI"/>
                <a:cs typeface="Segoe UI"/>
              </a:defRPr>
            </a:lvl5pPr>
            <a:lvl6pPr algn="ctr">
              <a:defRPr sz="1425" b="1">
                <a:solidFill>
                  <a:srgbClr val="F5F7FC"/>
                </a:solidFill>
                <a:latin typeface="Segoe UI"/>
                <a:ea typeface="Segoe UI"/>
                <a:cs typeface="Segoe UI"/>
              </a:defRPr>
            </a:lvl6pPr>
            <a:lvl7pPr algn="ctr">
              <a:defRPr sz="1425" b="1">
                <a:solidFill>
                  <a:srgbClr val="F5F7FC"/>
                </a:solidFill>
                <a:latin typeface="Segoe UI"/>
                <a:ea typeface="Segoe UI"/>
                <a:cs typeface="Segoe UI"/>
              </a:defRPr>
            </a:lvl7pPr>
            <a:lvl8pPr algn="ctr">
              <a:defRPr sz="1425" b="1">
                <a:solidFill>
                  <a:srgbClr val="F5F7FC"/>
                </a:solidFill>
                <a:latin typeface="Segoe UI"/>
                <a:ea typeface="Segoe UI"/>
                <a:cs typeface="Segoe UI"/>
              </a:defRPr>
            </a:lvl8pPr>
            <a:lvl9pPr algn="ctr">
              <a:defRPr sz="1425" b="1">
                <a:solidFill>
                  <a:srgbClr val="F5F7FC"/>
                </a:solidFill>
                <a:latin typeface="Segoe UI"/>
                <a:ea typeface="Segoe UI"/>
                <a:cs typeface="Segoe UI"/>
              </a:defRPr>
            </a:lvl9pPr>
          </a:lstStyle>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Learner</a:t>
            </a:r>
          </a:p>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message</a:t>
            </a:r>
          </a:p>
        </p:txBody>
      </p:sp>
      <p:sp>
        <p:nvSpPr>
          <p:cNvPr id="5" name="intent-router">
            <a:extLst xmlns:a="http://schemas.openxmlformats.org/drawingml/2006/main">
              <a:ext uri="{FF2B5EF4-FFF2-40B4-BE49-F238E27FC236}">
                <a16:creationId xmlns:a16="http://schemas.microsoft.com/office/drawing/2014/main" id="{558F7D82-2A5B-4BA8-9DE1-FC08127ADAE6}"/>
              </a:ext>
            </a:extLst>
          </p:cNvPr>
          <p:cNvSpPr>
            <a:spLocks xmlns:a="http://schemas.openxmlformats.org/drawingml/2006/main" noGrp="1"/>
          </p:cNvSpPr>
          <p:nvPr/>
        </p:nvSpPr>
        <p:spPr>
          <a:xfrm xmlns:a="http://schemas.openxmlformats.org/drawingml/2006/main">
            <a:off x="2133600" y="2762250"/>
            <a:ext cx="1600200" cy="704850"/>
          </a:xfrm>
          <a:prstGeom xmlns:a="http://schemas.openxmlformats.org/drawingml/2006/main" prst="roundRect">
            <a:avLst>
              <a:gd name="adj" fmla="val 13514"/>
            </a:avLst>
          </a:prstGeom>
          <a:solidFill xmlns:a="http://schemas.openxmlformats.org/drawingml/2006/main">
            <a:srgbClr val="20254A"/>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575" b="1">
                <a:solidFill>
                  <a:srgbClr val="F5F7FC"/>
                </a:solidFill>
                <a:latin typeface="Segoe UI"/>
                <a:ea typeface="Segoe UI"/>
                <a:cs typeface="Segoe UI"/>
              </a:defRPr>
            </a:defPPr>
            <a:lvl1pPr algn="ctr">
              <a:defRPr sz="1575" b="1">
                <a:solidFill>
                  <a:srgbClr val="F5F7FC"/>
                </a:solidFill>
                <a:latin typeface="Segoe UI"/>
                <a:ea typeface="Segoe UI"/>
                <a:cs typeface="Segoe UI"/>
              </a:defRPr>
            </a:lvl1pPr>
            <a:lvl2pPr algn="ctr">
              <a:defRPr sz="1575" b="1">
                <a:solidFill>
                  <a:srgbClr val="F5F7FC"/>
                </a:solidFill>
                <a:latin typeface="Segoe UI"/>
                <a:ea typeface="Segoe UI"/>
                <a:cs typeface="Segoe UI"/>
              </a:defRPr>
            </a:lvl2pPr>
            <a:lvl3pPr algn="ctr">
              <a:defRPr sz="1575" b="1">
                <a:solidFill>
                  <a:srgbClr val="F5F7FC"/>
                </a:solidFill>
                <a:latin typeface="Segoe UI"/>
                <a:ea typeface="Segoe UI"/>
                <a:cs typeface="Segoe UI"/>
              </a:defRPr>
            </a:lvl3pPr>
            <a:lvl4pPr algn="ctr">
              <a:defRPr sz="1575" b="1">
                <a:solidFill>
                  <a:srgbClr val="F5F7FC"/>
                </a:solidFill>
                <a:latin typeface="Segoe UI"/>
                <a:ea typeface="Segoe UI"/>
                <a:cs typeface="Segoe UI"/>
              </a:defRPr>
            </a:lvl4pPr>
            <a:lvl5pPr algn="ctr">
              <a:defRPr sz="1575" b="1">
                <a:solidFill>
                  <a:srgbClr val="F5F7FC"/>
                </a:solidFill>
                <a:latin typeface="Segoe UI"/>
                <a:ea typeface="Segoe UI"/>
                <a:cs typeface="Segoe UI"/>
              </a:defRPr>
            </a:lvl5pPr>
            <a:lvl6pPr algn="ctr">
              <a:defRPr sz="1575" b="1">
                <a:solidFill>
                  <a:srgbClr val="F5F7FC"/>
                </a:solidFill>
                <a:latin typeface="Segoe UI"/>
                <a:ea typeface="Segoe UI"/>
                <a:cs typeface="Segoe UI"/>
              </a:defRPr>
            </a:lvl6pPr>
            <a:lvl7pPr algn="ctr">
              <a:defRPr sz="1575" b="1">
                <a:solidFill>
                  <a:srgbClr val="F5F7FC"/>
                </a:solidFill>
                <a:latin typeface="Segoe UI"/>
                <a:ea typeface="Segoe UI"/>
                <a:cs typeface="Segoe UI"/>
              </a:defRPr>
            </a:lvl7pPr>
            <a:lvl8pPr algn="ctr">
              <a:defRPr sz="1575" b="1">
                <a:solidFill>
                  <a:srgbClr val="F5F7FC"/>
                </a:solidFill>
                <a:latin typeface="Segoe UI"/>
                <a:ea typeface="Segoe UI"/>
                <a:cs typeface="Segoe UI"/>
              </a:defRPr>
            </a:lvl8pPr>
            <a:lvl9pPr algn="ctr">
              <a:defRPr sz="1575" b="1">
                <a:solidFill>
                  <a:srgbClr val="F5F7FC"/>
                </a:solidFill>
                <a:latin typeface="Segoe UI"/>
                <a:ea typeface="Segoe UI"/>
                <a:cs typeface="Segoe UI"/>
              </a:defRPr>
            </a:lvl9pPr>
          </a:lstStyle>
          <a:p xmlns:a="http://schemas.openxmlformats.org/drawingml/2006/main">
            <a:pPr algn="ctr">
              <a:defRPr sz="1575" b="1">
                <a:solidFill>
                  <a:srgbClr val="F5F7FC"/>
                </a:solidFill>
                <a:latin typeface="Segoe UI"/>
                <a:ea typeface="Segoe UI"/>
                <a:cs typeface="Segoe UI"/>
              </a:defRPr>
            </a:pPr>
            <a:r>
              <a:rPr sz="1575" b="1">
                <a:solidFill>
                  <a:srgbClr val="F5F7FC"/>
                </a:solidFill>
                <a:latin typeface="Segoe UI"/>
                <a:ea typeface="Segoe UI"/>
                <a:cs typeface="Segoe UI"/>
              </a:rPr>
              <a:t>Intent</a:t>
            </a:r>
          </a:p>
          <a:p xmlns:a="http://schemas.openxmlformats.org/drawingml/2006/main">
            <a:pPr algn="ctr">
              <a:defRPr sz="1575" b="1">
                <a:solidFill>
                  <a:srgbClr val="F5F7FC"/>
                </a:solidFill>
                <a:latin typeface="Segoe UI"/>
                <a:ea typeface="Segoe UI"/>
                <a:cs typeface="Segoe UI"/>
              </a:defRPr>
            </a:pPr>
            <a:r>
              <a:rPr sz="1575" b="1">
                <a:solidFill>
                  <a:srgbClr val="F5F7FC"/>
                </a:solidFill>
                <a:latin typeface="Segoe UI"/>
                <a:ea typeface="Segoe UI"/>
                <a:cs typeface="Segoe UI"/>
              </a:rPr>
              <a:t>router</a:t>
            </a:r>
          </a:p>
        </p:txBody>
      </p:sp>
      <p:sp>
        <p:nvSpPr>
          <p:cNvPr id="6" name="practice-flow-frame">
            <a:extLst xmlns:a="http://schemas.openxmlformats.org/drawingml/2006/main">
              <a:ext uri="{FF2B5EF4-FFF2-40B4-BE49-F238E27FC236}">
                <a16:creationId xmlns:a16="http://schemas.microsoft.com/office/drawing/2014/main" id="{29B7625F-9AAC-4699-979A-EB2E99AE2C11}"/>
              </a:ext>
            </a:extLst>
          </p:cNvPr>
          <p:cNvSpPr>
            <a:spLocks xmlns:a="http://schemas.openxmlformats.org/drawingml/2006/main" noGrp="1"/>
          </p:cNvSpPr>
          <p:nvPr/>
        </p:nvSpPr>
        <p:spPr>
          <a:xfrm xmlns:a="http://schemas.openxmlformats.org/drawingml/2006/main">
            <a:off x="4000500" y="1562100"/>
            <a:ext cx="4572000" cy="1695450"/>
          </a:xfrm>
          <a:prstGeom xmlns:a="http://schemas.openxmlformats.org/drawingml/2006/main" prst="roundRect">
            <a:avLst>
              <a:gd name="adj" fmla="val 6742"/>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7" name="practice-flow-heading">
            <a:extLst xmlns:a="http://schemas.openxmlformats.org/drawingml/2006/main">
              <a:ext uri="{FF2B5EF4-FFF2-40B4-BE49-F238E27FC236}">
                <a16:creationId xmlns:a16="http://schemas.microsoft.com/office/drawing/2014/main" id="{A2C5E5E5-FFF3-476E-9B82-A97B76BD106E}"/>
              </a:ext>
            </a:extLst>
          </p:cNvPr>
          <p:cNvSpPr>
            <a:spLocks xmlns:a="http://schemas.openxmlformats.org/drawingml/2006/main" noGrp="1"/>
          </p:cNvSpPr>
          <p:nvPr/>
        </p:nvSpPr>
        <p:spPr>
          <a:xfrm xmlns:a="http://schemas.openxmlformats.org/drawingml/2006/main">
            <a:off x="4133850" y="1676400"/>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PRACTICE &amp; TUTORING</a:t>
            </a:r>
          </a:p>
        </p:txBody>
      </p:sp>
      <p:sp>
        <p:nvSpPr>
          <p:cNvPr id="8" name="rag-retrieval">
            <a:extLst xmlns:a="http://schemas.openxmlformats.org/drawingml/2006/main">
              <a:ext uri="{FF2B5EF4-FFF2-40B4-BE49-F238E27FC236}">
                <a16:creationId xmlns:a16="http://schemas.microsoft.com/office/drawing/2014/main" id="{B3E06170-8BEF-4174-A17B-1D2EABEF67B9}"/>
              </a:ext>
            </a:extLst>
          </p:cNvPr>
          <p:cNvSpPr>
            <a:spLocks xmlns:a="http://schemas.openxmlformats.org/drawingml/2006/main" noGrp="1"/>
          </p:cNvSpPr>
          <p:nvPr/>
        </p:nvSpPr>
        <p:spPr>
          <a:xfrm xmlns:a="http://schemas.openxmlformats.org/drawingml/2006/main">
            <a:off x="4171950" y="2114550"/>
            <a:ext cx="1104900" cy="552450"/>
          </a:xfrm>
          <a:prstGeom xmlns:a="http://schemas.openxmlformats.org/drawingml/2006/main" prst="roundRect">
            <a:avLst>
              <a:gd name="adj" fmla="val 17241"/>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RAG</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retrieval</a:t>
            </a:r>
          </a:p>
        </p:txBody>
      </p:sp>
      <p:sp>
        <p:nvSpPr>
          <p:cNvPr id="9" name="tutor">
            <a:extLst xmlns:a="http://schemas.openxmlformats.org/drawingml/2006/main">
              <a:ext uri="{FF2B5EF4-FFF2-40B4-BE49-F238E27FC236}">
                <a16:creationId xmlns:a16="http://schemas.microsoft.com/office/drawing/2014/main" id="{9A9A6BB3-0AC0-42D5-87B6-9E9E25402884}"/>
              </a:ext>
            </a:extLst>
          </p:cNvPr>
          <p:cNvSpPr>
            <a:spLocks xmlns:a="http://schemas.openxmlformats.org/drawingml/2006/main" noGrp="1"/>
          </p:cNvSpPr>
          <p:nvPr/>
        </p:nvSpPr>
        <p:spPr>
          <a:xfrm xmlns:a="http://schemas.openxmlformats.org/drawingml/2006/main">
            <a:off x="5410200" y="2114550"/>
            <a:ext cx="1104900" cy="552450"/>
          </a:xfrm>
          <a:prstGeom xmlns:a="http://schemas.openxmlformats.org/drawingml/2006/main" prst="roundRect">
            <a:avLst>
              <a:gd name="adj" fmla="val 17241"/>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425" b="1">
                <a:solidFill>
                  <a:srgbClr val="F5F7FC"/>
                </a:solidFill>
                <a:latin typeface="Segoe UI"/>
                <a:ea typeface="Segoe UI"/>
                <a:cs typeface="Segoe UI"/>
              </a:defRPr>
            </a:defPPr>
            <a:lvl1pPr algn="ctr">
              <a:defRPr sz="1425" b="1">
                <a:solidFill>
                  <a:srgbClr val="F5F7FC"/>
                </a:solidFill>
                <a:latin typeface="Segoe UI"/>
                <a:ea typeface="Segoe UI"/>
                <a:cs typeface="Segoe UI"/>
              </a:defRPr>
            </a:lvl1pPr>
            <a:lvl2pPr algn="ctr">
              <a:defRPr sz="1425" b="1">
                <a:solidFill>
                  <a:srgbClr val="F5F7FC"/>
                </a:solidFill>
                <a:latin typeface="Segoe UI"/>
                <a:ea typeface="Segoe UI"/>
                <a:cs typeface="Segoe UI"/>
              </a:defRPr>
            </a:lvl2pPr>
            <a:lvl3pPr algn="ctr">
              <a:defRPr sz="1425" b="1">
                <a:solidFill>
                  <a:srgbClr val="F5F7FC"/>
                </a:solidFill>
                <a:latin typeface="Segoe UI"/>
                <a:ea typeface="Segoe UI"/>
                <a:cs typeface="Segoe UI"/>
              </a:defRPr>
            </a:lvl3pPr>
            <a:lvl4pPr algn="ctr">
              <a:defRPr sz="1425" b="1">
                <a:solidFill>
                  <a:srgbClr val="F5F7FC"/>
                </a:solidFill>
                <a:latin typeface="Segoe UI"/>
                <a:ea typeface="Segoe UI"/>
                <a:cs typeface="Segoe UI"/>
              </a:defRPr>
            </a:lvl4pPr>
            <a:lvl5pPr algn="ctr">
              <a:defRPr sz="1425" b="1">
                <a:solidFill>
                  <a:srgbClr val="F5F7FC"/>
                </a:solidFill>
                <a:latin typeface="Segoe UI"/>
                <a:ea typeface="Segoe UI"/>
                <a:cs typeface="Segoe UI"/>
              </a:defRPr>
            </a:lvl5pPr>
            <a:lvl6pPr algn="ctr">
              <a:defRPr sz="1425" b="1">
                <a:solidFill>
                  <a:srgbClr val="F5F7FC"/>
                </a:solidFill>
                <a:latin typeface="Segoe UI"/>
                <a:ea typeface="Segoe UI"/>
                <a:cs typeface="Segoe UI"/>
              </a:defRPr>
            </a:lvl6pPr>
            <a:lvl7pPr algn="ctr">
              <a:defRPr sz="1425" b="1">
                <a:solidFill>
                  <a:srgbClr val="F5F7FC"/>
                </a:solidFill>
                <a:latin typeface="Segoe UI"/>
                <a:ea typeface="Segoe UI"/>
                <a:cs typeface="Segoe UI"/>
              </a:defRPr>
            </a:lvl7pPr>
            <a:lvl8pPr algn="ctr">
              <a:defRPr sz="1425" b="1">
                <a:solidFill>
                  <a:srgbClr val="F5F7FC"/>
                </a:solidFill>
                <a:latin typeface="Segoe UI"/>
                <a:ea typeface="Segoe UI"/>
                <a:cs typeface="Segoe UI"/>
              </a:defRPr>
            </a:lvl8pPr>
            <a:lvl9pPr algn="ctr">
              <a:defRPr sz="1425" b="1">
                <a:solidFill>
                  <a:srgbClr val="F5F7FC"/>
                </a:solidFill>
                <a:latin typeface="Segoe UI"/>
                <a:ea typeface="Segoe UI"/>
                <a:cs typeface="Segoe UI"/>
              </a:defRPr>
            </a:lvl9pPr>
          </a:lstStyle>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Tutor</a:t>
            </a:r>
          </a:p>
        </p:txBody>
      </p:sp>
      <p:sp>
        <p:nvSpPr>
          <p:cNvPr id="10" name="mini-quiz">
            <a:extLst xmlns:a="http://schemas.openxmlformats.org/drawingml/2006/main">
              <a:ext uri="{FF2B5EF4-FFF2-40B4-BE49-F238E27FC236}">
                <a16:creationId xmlns:a16="http://schemas.microsoft.com/office/drawing/2014/main" id="{B9140A84-9EC3-4E53-911F-B24F385FBD25}"/>
              </a:ext>
            </a:extLst>
          </p:cNvPr>
          <p:cNvSpPr>
            <a:spLocks xmlns:a="http://schemas.openxmlformats.org/drawingml/2006/main" noGrp="1"/>
          </p:cNvSpPr>
          <p:nvPr/>
        </p:nvSpPr>
        <p:spPr>
          <a:xfrm xmlns:a="http://schemas.openxmlformats.org/drawingml/2006/main">
            <a:off x="6743700" y="1838325"/>
            <a:ext cx="1600200" cy="495300"/>
          </a:xfrm>
          <a:prstGeom xmlns:a="http://schemas.openxmlformats.org/drawingml/2006/main" prst="roundRect">
            <a:avLst>
              <a:gd name="adj" fmla="val 19231"/>
            </a:avLst>
          </a:prstGeom>
          <a:solidFill xmlns:a="http://schemas.openxmlformats.org/drawingml/2006/main">
            <a:srgbClr val="172238"/>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Optional mini-quiz</a:t>
            </a:r>
          </a:p>
        </p:txBody>
      </p:sp>
      <p:sp>
        <p:nvSpPr>
          <p:cNvPr id="11" name="reflection">
            <a:extLst xmlns:a="http://schemas.openxmlformats.org/drawingml/2006/main">
              <a:ext uri="{FF2B5EF4-FFF2-40B4-BE49-F238E27FC236}">
                <a16:creationId xmlns:a16="http://schemas.microsoft.com/office/drawing/2014/main" id="{0D95367D-827E-4479-BF8D-B5619C0C2422}"/>
              </a:ext>
            </a:extLst>
          </p:cNvPr>
          <p:cNvSpPr>
            <a:spLocks xmlns:a="http://schemas.openxmlformats.org/drawingml/2006/main" noGrp="1"/>
          </p:cNvSpPr>
          <p:nvPr/>
        </p:nvSpPr>
        <p:spPr>
          <a:xfrm xmlns:a="http://schemas.openxmlformats.org/drawingml/2006/main">
            <a:off x="6743700" y="2457450"/>
            <a:ext cx="1600200" cy="495300"/>
          </a:xfrm>
          <a:prstGeom xmlns:a="http://schemas.openxmlformats.org/drawingml/2006/main" prst="roundRect">
            <a:avLst>
              <a:gd name="adj" fmla="val 19231"/>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Reflection</a:t>
            </a:r>
          </a:p>
        </p:txBody>
      </p:sp>
      <p:sp>
        <p:nvSpPr>
          <p:cNvPr id="12" name="assessment-flow-frame">
            <a:extLst xmlns:a="http://schemas.openxmlformats.org/drawingml/2006/main">
              <a:ext uri="{FF2B5EF4-FFF2-40B4-BE49-F238E27FC236}">
                <a16:creationId xmlns:a16="http://schemas.microsoft.com/office/drawing/2014/main" id="{9A7C2CB9-89D6-4D40-B656-E9C8BB6D1BF9}"/>
              </a:ext>
            </a:extLst>
          </p:cNvPr>
          <p:cNvSpPr>
            <a:spLocks xmlns:a="http://schemas.openxmlformats.org/drawingml/2006/main" noGrp="1"/>
          </p:cNvSpPr>
          <p:nvPr/>
        </p:nvSpPr>
        <p:spPr>
          <a:xfrm xmlns:a="http://schemas.openxmlformats.org/drawingml/2006/main">
            <a:off x="4000500" y="3429000"/>
            <a:ext cx="4572000" cy="1352550"/>
          </a:xfrm>
          <a:prstGeom xmlns:a="http://schemas.openxmlformats.org/drawingml/2006/main" prst="roundRect">
            <a:avLst>
              <a:gd name="adj" fmla="val 8451"/>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13" name="assessment-flow-heading">
            <a:extLst xmlns:a="http://schemas.openxmlformats.org/drawingml/2006/main">
              <a:ext uri="{FF2B5EF4-FFF2-40B4-BE49-F238E27FC236}">
                <a16:creationId xmlns:a16="http://schemas.microsoft.com/office/drawing/2014/main" id="{F82FE184-BA6B-4BF7-B800-43B28129C3FE}"/>
              </a:ext>
            </a:extLst>
          </p:cNvPr>
          <p:cNvSpPr>
            <a:spLocks xmlns:a="http://schemas.openxmlformats.org/drawingml/2006/main" noGrp="1"/>
          </p:cNvSpPr>
          <p:nvPr/>
        </p:nvSpPr>
        <p:spPr>
          <a:xfrm xmlns:a="http://schemas.openxmlformats.org/drawingml/2006/main">
            <a:off x="4133850" y="3543300"/>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ASSESSMENT</a:t>
            </a:r>
          </a:p>
        </p:txBody>
      </p:sp>
      <p:sp>
        <p:nvSpPr>
          <p:cNvPr id="14" name="problem-generator">
            <a:extLst xmlns:a="http://schemas.openxmlformats.org/drawingml/2006/main">
              <a:ext uri="{FF2B5EF4-FFF2-40B4-BE49-F238E27FC236}">
                <a16:creationId xmlns:a16="http://schemas.microsoft.com/office/drawing/2014/main" id="{99DE159D-0A92-4504-A715-766F58AD0526}"/>
              </a:ext>
            </a:extLst>
          </p:cNvPr>
          <p:cNvSpPr>
            <a:spLocks xmlns:a="http://schemas.openxmlformats.org/drawingml/2006/main" noGrp="1"/>
          </p:cNvSpPr>
          <p:nvPr/>
        </p:nvSpPr>
        <p:spPr>
          <a:xfrm xmlns:a="http://schemas.openxmlformats.org/drawingml/2006/main">
            <a:off x="4171950" y="3943350"/>
            <a:ext cx="1390650" cy="552450"/>
          </a:xfrm>
          <a:prstGeom xmlns:a="http://schemas.openxmlformats.org/drawingml/2006/main" prst="roundRect">
            <a:avLst>
              <a:gd name="adj" fmla="val 17241"/>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Problem</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generator</a:t>
            </a:r>
          </a:p>
        </p:txBody>
      </p:sp>
      <p:sp>
        <p:nvSpPr>
          <p:cNvPr id="15" name="quiz-ask">
            <a:extLst xmlns:a="http://schemas.openxmlformats.org/drawingml/2006/main">
              <a:ext uri="{FF2B5EF4-FFF2-40B4-BE49-F238E27FC236}">
                <a16:creationId xmlns:a16="http://schemas.microsoft.com/office/drawing/2014/main" id="{5A5BA47F-4C65-45B1-BC9B-0F7A9F38AD45}"/>
              </a:ext>
            </a:extLst>
          </p:cNvPr>
          <p:cNvSpPr>
            <a:spLocks xmlns:a="http://schemas.openxmlformats.org/drawingml/2006/main" noGrp="1"/>
          </p:cNvSpPr>
          <p:nvPr/>
        </p:nvSpPr>
        <p:spPr>
          <a:xfrm xmlns:a="http://schemas.openxmlformats.org/drawingml/2006/main">
            <a:off x="5734050" y="3943350"/>
            <a:ext cx="1162050" cy="552450"/>
          </a:xfrm>
          <a:prstGeom xmlns:a="http://schemas.openxmlformats.org/drawingml/2006/main" prst="roundRect">
            <a:avLst>
              <a:gd name="adj" fmla="val 17241"/>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Quiz ask</a:t>
            </a:r>
          </a:p>
        </p:txBody>
      </p:sp>
      <p:sp>
        <p:nvSpPr>
          <p:cNvPr id="16" name="feedback-flow-frame">
            <a:extLst xmlns:a="http://schemas.openxmlformats.org/drawingml/2006/main">
              <a:ext uri="{FF2B5EF4-FFF2-40B4-BE49-F238E27FC236}">
                <a16:creationId xmlns:a16="http://schemas.microsoft.com/office/drawing/2014/main" id="{D3282449-A521-47E5-B072-4400F8C7BA0B}"/>
              </a:ext>
            </a:extLst>
          </p:cNvPr>
          <p:cNvSpPr>
            <a:spLocks xmlns:a="http://schemas.openxmlformats.org/drawingml/2006/main" noGrp="1"/>
          </p:cNvSpPr>
          <p:nvPr/>
        </p:nvSpPr>
        <p:spPr>
          <a:xfrm xmlns:a="http://schemas.openxmlformats.org/drawingml/2006/main">
            <a:off x="4000500" y="4953000"/>
            <a:ext cx="5524500" cy="1104900"/>
          </a:xfrm>
          <a:prstGeom xmlns:a="http://schemas.openxmlformats.org/drawingml/2006/main" prst="roundRect">
            <a:avLst>
              <a:gd name="adj" fmla="val 10345"/>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17" name="feedback-flow-heading">
            <a:extLst xmlns:a="http://schemas.openxmlformats.org/drawingml/2006/main">
              <a:ext uri="{FF2B5EF4-FFF2-40B4-BE49-F238E27FC236}">
                <a16:creationId xmlns:a16="http://schemas.microsoft.com/office/drawing/2014/main" id="{FE035CB1-1ED3-474A-972C-AFF59C375854}"/>
              </a:ext>
            </a:extLst>
          </p:cNvPr>
          <p:cNvSpPr>
            <a:spLocks xmlns:a="http://schemas.openxmlformats.org/drawingml/2006/main" noGrp="1"/>
          </p:cNvSpPr>
          <p:nvPr/>
        </p:nvSpPr>
        <p:spPr>
          <a:xfrm xmlns:a="http://schemas.openxmlformats.org/drawingml/2006/main">
            <a:off x="4133850" y="5067300"/>
            <a:ext cx="5257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ANSWER FEEDBACK &amp; REPORTING</a:t>
            </a:r>
          </a:p>
        </p:txBody>
      </p:sp>
      <p:sp>
        <p:nvSpPr>
          <p:cNvPr id="18" name="scoring">
            <a:extLst xmlns:a="http://schemas.openxmlformats.org/drawingml/2006/main">
              <a:ext uri="{FF2B5EF4-FFF2-40B4-BE49-F238E27FC236}">
                <a16:creationId xmlns:a16="http://schemas.microsoft.com/office/drawing/2014/main" id="{3D7721AD-3434-4728-82D9-315BDC7F7436}"/>
              </a:ext>
            </a:extLst>
          </p:cNvPr>
          <p:cNvSpPr>
            <a:spLocks xmlns:a="http://schemas.openxmlformats.org/drawingml/2006/main" noGrp="1"/>
          </p:cNvSpPr>
          <p:nvPr/>
        </p:nvSpPr>
        <p:spPr>
          <a:xfrm xmlns:a="http://schemas.openxmlformats.org/drawingml/2006/main">
            <a:off x="4181475" y="5372100"/>
            <a:ext cx="971550" cy="476250"/>
          </a:xfrm>
          <a:prstGeom xmlns:a="http://schemas.openxmlformats.org/drawingml/2006/main" prst="roundRect">
            <a:avLst>
              <a:gd name="adj" fmla="val 20000"/>
            </a:avLst>
          </a:prstGeom>
          <a:solidFill xmlns:a="http://schemas.openxmlformats.org/drawingml/2006/main">
            <a:srgbClr val="172238"/>
          </a:solidFill>
          <a:ln xmlns:a="http://schemas.openxmlformats.org/drawingml/2006/main" w="13335">
            <a:solidFill>
              <a:srgbClr val="FFB35D"/>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Scoring</a:t>
            </a:r>
          </a:p>
        </p:txBody>
      </p:sp>
      <p:sp>
        <p:nvSpPr>
          <p:cNvPr id="19" name="student-model">
            <a:extLst xmlns:a="http://schemas.openxmlformats.org/drawingml/2006/main">
              <a:ext uri="{FF2B5EF4-FFF2-40B4-BE49-F238E27FC236}">
                <a16:creationId xmlns:a16="http://schemas.microsoft.com/office/drawing/2014/main" id="{E8E74502-3D3C-4B73-B487-4DD5E00A210B}"/>
              </a:ext>
            </a:extLst>
          </p:cNvPr>
          <p:cNvSpPr>
            <a:spLocks xmlns:a="http://schemas.openxmlformats.org/drawingml/2006/main" noGrp="1"/>
          </p:cNvSpPr>
          <p:nvPr/>
        </p:nvSpPr>
        <p:spPr>
          <a:xfrm xmlns:a="http://schemas.openxmlformats.org/drawingml/2006/main">
            <a:off x="5305425" y="5372100"/>
            <a:ext cx="1219200" cy="476250"/>
          </a:xfrm>
          <a:prstGeom xmlns:a="http://schemas.openxmlformats.org/drawingml/2006/main" prst="roundRect">
            <a:avLst>
              <a:gd name="adj" fmla="val 20000"/>
            </a:avLst>
          </a:prstGeom>
          <a:solidFill xmlns:a="http://schemas.openxmlformats.org/drawingml/2006/main">
            <a:srgbClr val="172238"/>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38" b="1">
                <a:solidFill>
                  <a:srgbClr val="F5F7FC"/>
                </a:solidFill>
                <a:latin typeface="Segoe UI"/>
                <a:ea typeface="Segoe UI"/>
                <a:cs typeface="Segoe UI"/>
              </a:defRPr>
            </a:defPPr>
            <a:lvl1pPr algn="ctr">
              <a:defRPr sz="1238" b="1">
                <a:solidFill>
                  <a:srgbClr val="F5F7FC"/>
                </a:solidFill>
                <a:latin typeface="Segoe UI"/>
                <a:ea typeface="Segoe UI"/>
                <a:cs typeface="Segoe UI"/>
              </a:defRPr>
            </a:lvl1pPr>
            <a:lvl2pPr algn="ctr">
              <a:defRPr sz="1238" b="1">
                <a:solidFill>
                  <a:srgbClr val="F5F7FC"/>
                </a:solidFill>
                <a:latin typeface="Segoe UI"/>
                <a:ea typeface="Segoe UI"/>
                <a:cs typeface="Segoe UI"/>
              </a:defRPr>
            </a:lvl2pPr>
            <a:lvl3pPr algn="ctr">
              <a:defRPr sz="1238" b="1">
                <a:solidFill>
                  <a:srgbClr val="F5F7FC"/>
                </a:solidFill>
                <a:latin typeface="Segoe UI"/>
                <a:ea typeface="Segoe UI"/>
                <a:cs typeface="Segoe UI"/>
              </a:defRPr>
            </a:lvl3pPr>
            <a:lvl4pPr algn="ctr">
              <a:defRPr sz="1238" b="1">
                <a:solidFill>
                  <a:srgbClr val="F5F7FC"/>
                </a:solidFill>
                <a:latin typeface="Segoe UI"/>
                <a:ea typeface="Segoe UI"/>
                <a:cs typeface="Segoe UI"/>
              </a:defRPr>
            </a:lvl4pPr>
            <a:lvl5pPr algn="ctr">
              <a:defRPr sz="1238" b="1">
                <a:solidFill>
                  <a:srgbClr val="F5F7FC"/>
                </a:solidFill>
                <a:latin typeface="Segoe UI"/>
                <a:ea typeface="Segoe UI"/>
                <a:cs typeface="Segoe UI"/>
              </a:defRPr>
            </a:lvl5pPr>
            <a:lvl6pPr algn="ctr">
              <a:defRPr sz="1238" b="1">
                <a:solidFill>
                  <a:srgbClr val="F5F7FC"/>
                </a:solidFill>
                <a:latin typeface="Segoe UI"/>
                <a:ea typeface="Segoe UI"/>
                <a:cs typeface="Segoe UI"/>
              </a:defRPr>
            </a:lvl6pPr>
            <a:lvl7pPr algn="ctr">
              <a:defRPr sz="1238" b="1">
                <a:solidFill>
                  <a:srgbClr val="F5F7FC"/>
                </a:solidFill>
                <a:latin typeface="Segoe UI"/>
                <a:ea typeface="Segoe UI"/>
                <a:cs typeface="Segoe UI"/>
              </a:defRPr>
            </a:lvl7pPr>
            <a:lvl8pPr algn="ctr">
              <a:defRPr sz="1238" b="1">
                <a:solidFill>
                  <a:srgbClr val="F5F7FC"/>
                </a:solidFill>
                <a:latin typeface="Segoe UI"/>
                <a:ea typeface="Segoe UI"/>
                <a:cs typeface="Segoe UI"/>
              </a:defRPr>
            </a:lvl8pPr>
            <a:lvl9pPr algn="ctr">
              <a:defRPr sz="1238" b="1">
                <a:solidFill>
                  <a:srgbClr val="F5F7FC"/>
                </a:solidFill>
                <a:latin typeface="Segoe UI"/>
                <a:ea typeface="Segoe UI"/>
                <a:cs typeface="Segoe UI"/>
              </a:defRPr>
            </a:lvl9pPr>
          </a:lstStyle>
          <a:p xmlns:a="http://schemas.openxmlformats.org/drawingml/2006/main">
            <a:pPr algn="ctr">
              <a:defRPr sz="1238" b="1">
                <a:solidFill>
                  <a:srgbClr val="F5F7FC"/>
                </a:solidFill>
                <a:latin typeface="Segoe UI"/>
                <a:ea typeface="Segoe UI"/>
                <a:cs typeface="Segoe UI"/>
              </a:defRPr>
            </a:pPr>
            <a:r>
              <a:rPr sz="1238" b="1">
                <a:solidFill>
                  <a:srgbClr val="F5F7FC"/>
                </a:solidFill>
                <a:latin typeface="Segoe UI"/>
                <a:ea typeface="Segoe UI"/>
                <a:cs typeface="Segoe UI"/>
              </a:rPr>
              <a:t>Student model</a:t>
            </a:r>
          </a:p>
        </p:txBody>
      </p:sp>
      <p:sp>
        <p:nvSpPr>
          <p:cNvPr id="20" name="quiz-analyzer">
            <a:extLst xmlns:a="http://schemas.openxmlformats.org/drawingml/2006/main">
              <a:ext uri="{FF2B5EF4-FFF2-40B4-BE49-F238E27FC236}">
                <a16:creationId xmlns:a16="http://schemas.microsoft.com/office/drawing/2014/main" id="{8697B327-F5B7-4DDD-A7EF-47F8ED1F5A92}"/>
              </a:ext>
            </a:extLst>
          </p:cNvPr>
          <p:cNvSpPr>
            <a:spLocks xmlns:a="http://schemas.openxmlformats.org/drawingml/2006/main" noGrp="1"/>
          </p:cNvSpPr>
          <p:nvPr/>
        </p:nvSpPr>
        <p:spPr>
          <a:xfrm xmlns:a="http://schemas.openxmlformats.org/drawingml/2006/main">
            <a:off x="6686550" y="5372100"/>
            <a:ext cx="1219200" cy="476250"/>
          </a:xfrm>
          <a:prstGeom xmlns:a="http://schemas.openxmlformats.org/drawingml/2006/main" prst="roundRect">
            <a:avLst>
              <a:gd name="adj" fmla="val 20000"/>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38" b="1">
                <a:solidFill>
                  <a:srgbClr val="F5F7FC"/>
                </a:solidFill>
                <a:latin typeface="Segoe UI"/>
                <a:ea typeface="Segoe UI"/>
                <a:cs typeface="Segoe UI"/>
              </a:defRPr>
            </a:defPPr>
            <a:lvl1pPr algn="ctr">
              <a:defRPr sz="1238" b="1">
                <a:solidFill>
                  <a:srgbClr val="F5F7FC"/>
                </a:solidFill>
                <a:latin typeface="Segoe UI"/>
                <a:ea typeface="Segoe UI"/>
                <a:cs typeface="Segoe UI"/>
              </a:defRPr>
            </a:lvl1pPr>
            <a:lvl2pPr algn="ctr">
              <a:defRPr sz="1238" b="1">
                <a:solidFill>
                  <a:srgbClr val="F5F7FC"/>
                </a:solidFill>
                <a:latin typeface="Segoe UI"/>
                <a:ea typeface="Segoe UI"/>
                <a:cs typeface="Segoe UI"/>
              </a:defRPr>
            </a:lvl2pPr>
            <a:lvl3pPr algn="ctr">
              <a:defRPr sz="1238" b="1">
                <a:solidFill>
                  <a:srgbClr val="F5F7FC"/>
                </a:solidFill>
                <a:latin typeface="Segoe UI"/>
                <a:ea typeface="Segoe UI"/>
                <a:cs typeface="Segoe UI"/>
              </a:defRPr>
            </a:lvl3pPr>
            <a:lvl4pPr algn="ctr">
              <a:defRPr sz="1238" b="1">
                <a:solidFill>
                  <a:srgbClr val="F5F7FC"/>
                </a:solidFill>
                <a:latin typeface="Segoe UI"/>
                <a:ea typeface="Segoe UI"/>
                <a:cs typeface="Segoe UI"/>
              </a:defRPr>
            </a:lvl4pPr>
            <a:lvl5pPr algn="ctr">
              <a:defRPr sz="1238" b="1">
                <a:solidFill>
                  <a:srgbClr val="F5F7FC"/>
                </a:solidFill>
                <a:latin typeface="Segoe UI"/>
                <a:ea typeface="Segoe UI"/>
                <a:cs typeface="Segoe UI"/>
              </a:defRPr>
            </a:lvl5pPr>
            <a:lvl6pPr algn="ctr">
              <a:defRPr sz="1238" b="1">
                <a:solidFill>
                  <a:srgbClr val="F5F7FC"/>
                </a:solidFill>
                <a:latin typeface="Segoe UI"/>
                <a:ea typeface="Segoe UI"/>
                <a:cs typeface="Segoe UI"/>
              </a:defRPr>
            </a:lvl6pPr>
            <a:lvl7pPr algn="ctr">
              <a:defRPr sz="1238" b="1">
                <a:solidFill>
                  <a:srgbClr val="F5F7FC"/>
                </a:solidFill>
                <a:latin typeface="Segoe UI"/>
                <a:ea typeface="Segoe UI"/>
                <a:cs typeface="Segoe UI"/>
              </a:defRPr>
            </a:lvl7pPr>
            <a:lvl8pPr algn="ctr">
              <a:defRPr sz="1238" b="1">
                <a:solidFill>
                  <a:srgbClr val="F5F7FC"/>
                </a:solidFill>
                <a:latin typeface="Segoe UI"/>
                <a:ea typeface="Segoe UI"/>
                <a:cs typeface="Segoe UI"/>
              </a:defRPr>
            </a:lvl8pPr>
            <a:lvl9pPr algn="ctr">
              <a:defRPr sz="1238" b="1">
                <a:solidFill>
                  <a:srgbClr val="F5F7FC"/>
                </a:solidFill>
                <a:latin typeface="Segoe UI"/>
                <a:ea typeface="Segoe UI"/>
                <a:cs typeface="Segoe UI"/>
              </a:defRPr>
            </a:lvl9pPr>
          </a:lstStyle>
          <a:p xmlns:a="http://schemas.openxmlformats.org/drawingml/2006/main">
            <a:pPr algn="ctr">
              <a:defRPr sz="1238" b="1">
                <a:solidFill>
                  <a:srgbClr val="F5F7FC"/>
                </a:solidFill>
                <a:latin typeface="Segoe UI"/>
                <a:ea typeface="Segoe UI"/>
                <a:cs typeface="Segoe UI"/>
              </a:defRPr>
            </a:pPr>
            <a:r>
              <a:rPr sz="1238" b="1">
                <a:solidFill>
                  <a:srgbClr val="F5F7FC"/>
                </a:solidFill>
                <a:latin typeface="Segoe UI"/>
                <a:ea typeface="Segoe UI"/>
                <a:cs typeface="Segoe UI"/>
              </a:rPr>
              <a:t>Quiz analyzer</a:t>
            </a:r>
          </a:p>
        </p:txBody>
      </p:sp>
      <p:sp>
        <p:nvSpPr>
          <p:cNvPr id="21" name="analytics-recommendation">
            <a:extLst xmlns:a="http://schemas.openxmlformats.org/drawingml/2006/main">
              <a:ext uri="{FF2B5EF4-FFF2-40B4-BE49-F238E27FC236}">
                <a16:creationId xmlns:a16="http://schemas.microsoft.com/office/drawing/2014/main" id="{7B5BB9BC-94AF-4E72-966D-CE0787DE09D1}"/>
              </a:ext>
            </a:extLst>
          </p:cNvPr>
          <p:cNvSpPr>
            <a:spLocks xmlns:a="http://schemas.openxmlformats.org/drawingml/2006/main" noGrp="1"/>
          </p:cNvSpPr>
          <p:nvPr/>
        </p:nvSpPr>
        <p:spPr>
          <a:xfrm xmlns:a="http://schemas.openxmlformats.org/drawingml/2006/main">
            <a:off x="8067675" y="5372100"/>
            <a:ext cx="1219200" cy="476250"/>
          </a:xfrm>
          <a:prstGeom xmlns:a="http://schemas.openxmlformats.org/drawingml/2006/main" prst="roundRect">
            <a:avLst>
              <a:gd name="adj" fmla="val 20000"/>
            </a:avLst>
          </a:prstGeom>
          <a:solidFill xmlns:a="http://schemas.openxmlformats.org/drawingml/2006/main">
            <a:srgbClr val="172238"/>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00" b="1">
                <a:solidFill>
                  <a:srgbClr val="F5F7FC"/>
                </a:solidFill>
                <a:latin typeface="Segoe UI"/>
                <a:ea typeface="Segoe UI"/>
                <a:cs typeface="Segoe UI"/>
              </a:defRPr>
            </a:defPPr>
            <a:lvl1pPr algn="ctr">
              <a:defRPr sz="1200" b="1">
                <a:solidFill>
                  <a:srgbClr val="F5F7FC"/>
                </a:solidFill>
                <a:latin typeface="Segoe UI"/>
                <a:ea typeface="Segoe UI"/>
                <a:cs typeface="Segoe UI"/>
              </a:defRPr>
            </a:lvl1pPr>
            <a:lvl2pPr algn="ctr">
              <a:defRPr sz="1200" b="1">
                <a:solidFill>
                  <a:srgbClr val="F5F7FC"/>
                </a:solidFill>
                <a:latin typeface="Segoe UI"/>
                <a:ea typeface="Segoe UI"/>
                <a:cs typeface="Segoe UI"/>
              </a:defRPr>
            </a:lvl2pPr>
            <a:lvl3pPr algn="ctr">
              <a:defRPr sz="1200" b="1">
                <a:solidFill>
                  <a:srgbClr val="F5F7FC"/>
                </a:solidFill>
                <a:latin typeface="Segoe UI"/>
                <a:ea typeface="Segoe UI"/>
                <a:cs typeface="Segoe UI"/>
              </a:defRPr>
            </a:lvl3pPr>
            <a:lvl4pPr algn="ctr">
              <a:defRPr sz="1200" b="1">
                <a:solidFill>
                  <a:srgbClr val="F5F7FC"/>
                </a:solidFill>
                <a:latin typeface="Segoe UI"/>
                <a:ea typeface="Segoe UI"/>
                <a:cs typeface="Segoe UI"/>
              </a:defRPr>
            </a:lvl4pPr>
            <a:lvl5pPr algn="ctr">
              <a:defRPr sz="1200" b="1">
                <a:solidFill>
                  <a:srgbClr val="F5F7FC"/>
                </a:solidFill>
                <a:latin typeface="Segoe UI"/>
                <a:ea typeface="Segoe UI"/>
                <a:cs typeface="Segoe UI"/>
              </a:defRPr>
            </a:lvl5pPr>
            <a:lvl6pPr algn="ctr">
              <a:defRPr sz="1200" b="1">
                <a:solidFill>
                  <a:srgbClr val="F5F7FC"/>
                </a:solidFill>
                <a:latin typeface="Segoe UI"/>
                <a:ea typeface="Segoe UI"/>
                <a:cs typeface="Segoe UI"/>
              </a:defRPr>
            </a:lvl6pPr>
            <a:lvl7pPr algn="ctr">
              <a:defRPr sz="1200" b="1">
                <a:solidFill>
                  <a:srgbClr val="F5F7FC"/>
                </a:solidFill>
                <a:latin typeface="Segoe UI"/>
                <a:ea typeface="Segoe UI"/>
                <a:cs typeface="Segoe UI"/>
              </a:defRPr>
            </a:lvl7pPr>
            <a:lvl8pPr algn="ctr">
              <a:defRPr sz="1200" b="1">
                <a:solidFill>
                  <a:srgbClr val="F5F7FC"/>
                </a:solidFill>
                <a:latin typeface="Segoe UI"/>
                <a:ea typeface="Segoe UI"/>
                <a:cs typeface="Segoe UI"/>
              </a:defRPr>
            </a:lvl8pPr>
            <a:lvl9pPr algn="ctr">
              <a:defRPr sz="1200" b="1">
                <a:solidFill>
                  <a:srgbClr val="F5F7FC"/>
                </a:solidFill>
                <a:latin typeface="Segoe UI"/>
                <a:ea typeface="Segoe UI"/>
                <a:cs typeface="Segoe UI"/>
              </a:defRPr>
            </a:lvl9pPr>
          </a:lstStyle>
          <a:p xmlns:a="http://schemas.openxmlformats.org/drawingml/2006/main">
            <a:pPr algn="ctr">
              <a:defRPr sz="1200" b="1">
                <a:solidFill>
                  <a:srgbClr val="F5F7FC"/>
                </a:solidFill>
                <a:latin typeface="Segoe UI"/>
                <a:ea typeface="Segoe UI"/>
                <a:cs typeface="Segoe UI"/>
              </a:defRPr>
            </a:pPr>
            <a:r>
              <a:rPr sz="1200" b="1">
                <a:solidFill>
                  <a:srgbClr val="F5F7FC"/>
                </a:solidFill>
                <a:latin typeface="Segoe UI"/>
                <a:ea typeface="Segoe UI"/>
                <a:cs typeface="Segoe UI"/>
              </a:rPr>
              <a:t>Analytics</a:t>
            </a:r>
          </a:p>
          <a:p xmlns:a="http://schemas.openxmlformats.org/drawingml/2006/main">
            <a:pPr algn="ctr">
              <a:defRPr sz="1200" b="1">
                <a:solidFill>
                  <a:srgbClr val="F5F7FC"/>
                </a:solidFill>
                <a:latin typeface="Segoe UI"/>
                <a:ea typeface="Segoe UI"/>
                <a:cs typeface="Segoe UI"/>
              </a:defRPr>
            </a:pPr>
            <a:r>
              <a:rPr sz="1200" b="1">
                <a:solidFill>
                  <a:srgbClr val="F5F7FC"/>
                </a:solidFill>
                <a:latin typeface="Segoe UI"/>
                <a:ea typeface="Segoe UI"/>
                <a:cs typeface="Segoe UI"/>
              </a:rPr>
              <a:t>+ recs</a:t>
            </a:r>
          </a:p>
        </p:txBody>
      </p:sp>
      <p:sp>
        <p:nvSpPr>
          <p:cNvPr id="22" name="accessibility-gate">
            <a:extLst xmlns:a="http://schemas.openxmlformats.org/drawingml/2006/main">
              <a:ext uri="{FF2B5EF4-FFF2-40B4-BE49-F238E27FC236}">
                <a16:creationId xmlns:a16="http://schemas.microsoft.com/office/drawing/2014/main" id="{B514D9B6-B7BB-437A-ADDE-6D15CD9A8F9C}"/>
              </a:ext>
            </a:extLst>
          </p:cNvPr>
          <p:cNvSpPr>
            <a:spLocks xmlns:a="http://schemas.openxmlformats.org/drawingml/2006/main" noGrp="1"/>
          </p:cNvSpPr>
          <p:nvPr/>
        </p:nvSpPr>
        <p:spPr>
          <a:xfrm xmlns:a="http://schemas.openxmlformats.org/drawingml/2006/main">
            <a:off x="9620250" y="3829050"/>
            <a:ext cx="1257300" cy="781050"/>
          </a:xfrm>
          <a:prstGeom xmlns:a="http://schemas.openxmlformats.org/drawingml/2006/main" prst="roundRect">
            <a:avLst>
              <a:gd name="adj" fmla="val 12195"/>
            </a:avLst>
          </a:prstGeom>
          <a:solidFill xmlns:a="http://schemas.openxmlformats.org/drawingml/2006/main">
            <a:srgbClr val="292643"/>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Accessibility</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output gate</a:t>
            </a:r>
          </a:p>
        </p:txBody>
      </p:sp>
      <p:sp>
        <p:nvSpPr>
          <p:cNvPr id="23" name="response">
            <a:extLst xmlns:a="http://schemas.openxmlformats.org/drawingml/2006/main">
              <a:ext uri="{FF2B5EF4-FFF2-40B4-BE49-F238E27FC236}">
                <a16:creationId xmlns:a16="http://schemas.microsoft.com/office/drawing/2014/main" id="{2CB6A67A-A175-40EA-9F58-4C909D771E77}"/>
              </a:ext>
            </a:extLst>
          </p:cNvPr>
          <p:cNvSpPr>
            <a:spLocks xmlns:a="http://schemas.openxmlformats.org/drawingml/2006/main" noGrp="1"/>
          </p:cNvSpPr>
          <p:nvPr/>
        </p:nvSpPr>
        <p:spPr>
          <a:xfrm xmlns:a="http://schemas.openxmlformats.org/drawingml/2006/main">
            <a:off x="10934700" y="3876675"/>
            <a:ext cx="1028700" cy="685800"/>
          </a:xfrm>
          <a:prstGeom xmlns:a="http://schemas.openxmlformats.org/drawingml/2006/main" prst="roundRect">
            <a:avLst>
              <a:gd name="adj" fmla="val 13889"/>
            </a:avLst>
          </a:prstGeom>
          <a:solidFill xmlns:a="http://schemas.openxmlformats.org/drawingml/2006/main">
            <a:srgbClr val="1B2D36"/>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Response</a:t>
            </a:r>
          </a:p>
        </p:txBody>
      </p:sp>
      <p:sp>
        <p:nvSpPr>
          <p:cNvPr id="41" name="reentry-note">
            <a:extLst xmlns:a="http://schemas.openxmlformats.org/drawingml/2006/main">
              <a:ext uri="{FF2B5EF4-FFF2-40B4-BE49-F238E27FC236}">
                <a16:creationId xmlns:a16="http://schemas.microsoft.com/office/drawing/2014/main" id="{45E1ECD9-F4C4-4833-8BC7-DBE88EAB5F32}"/>
              </a:ext>
            </a:extLst>
          </p:cNvPr>
          <p:cNvSpPr>
            <a:spLocks xmlns:a="http://schemas.openxmlformats.org/drawingml/2006/main" noGrp="1"/>
          </p:cNvSpPr>
          <p:nvPr/>
        </p:nvSpPr>
        <p:spPr>
          <a:xfrm xmlns:a="http://schemas.openxmlformats.org/drawingml/2006/main">
            <a:off x="523875" y="373380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a:solidFill>
                  <a:srgbClr val="9AA8BC"/>
                </a:solidFill>
                <a:latin typeface="Segoe UI"/>
                <a:ea typeface="Segoe UI"/>
                <a:cs typeface="Segoe UI"/>
              </a:defRPr>
            </a:defPPr>
            <a:lvl1pPr algn="l">
              <a:defRPr sz="1163">
                <a:solidFill>
                  <a:srgbClr val="9AA8BC"/>
                </a:solidFill>
                <a:latin typeface="Segoe UI"/>
                <a:ea typeface="Segoe UI"/>
                <a:cs typeface="Segoe UI"/>
              </a:defRPr>
            </a:lvl1pPr>
            <a:lvl2pPr algn="l">
              <a:defRPr sz="1163">
                <a:solidFill>
                  <a:srgbClr val="9AA8BC"/>
                </a:solidFill>
                <a:latin typeface="Segoe UI"/>
                <a:ea typeface="Segoe UI"/>
                <a:cs typeface="Segoe UI"/>
              </a:defRPr>
            </a:lvl2pPr>
            <a:lvl3pPr algn="l">
              <a:defRPr sz="1163">
                <a:solidFill>
                  <a:srgbClr val="9AA8BC"/>
                </a:solidFill>
                <a:latin typeface="Segoe UI"/>
                <a:ea typeface="Segoe UI"/>
                <a:cs typeface="Segoe UI"/>
              </a:defRPr>
            </a:lvl3pPr>
            <a:lvl4pPr algn="l">
              <a:defRPr sz="1163">
                <a:solidFill>
                  <a:srgbClr val="9AA8BC"/>
                </a:solidFill>
                <a:latin typeface="Segoe UI"/>
                <a:ea typeface="Segoe UI"/>
                <a:cs typeface="Segoe UI"/>
              </a:defRPr>
            </a:lvl4pPr>
            <a:lvl5pPr algn="l">
              <a:defRPr sz="1163">
                <a:solidFill>
                  <a:srgbClr val="9AA8BC"/>
                </a:solidFill>
                <a:latin typeface="Segoe UI"/>
                <a:ea typeface="Segoe UI"/>
                <a:cs typeface="Segoe UI"/>
              </a:defRPr>
            </a:lvl5pPr>
            <a:lvl6pPr algn="l">
              <a:defRPr sz="1163">
                <a:solidFill>
                  <a:srgbClr val="9AA8BC"/>
                </a:solidFill>
                <a:latin typeface="Segoe UI"/>
                <a:ea typeface="Segoe UI"/>
                <a:cs typeface="Segoe UI"/>
              </a:defRPr>
            </a:lvl6pPr>
            <a:lvl7pPr algn="l">
              <a:defRPr sz="1163">
                <a:solidFill>
                  <a:srgbClr val="9AA8BC"/>
                </a:solidFill>
                <a:latin typeface="Segoe UI"/>
                <a:ea typeface="Segoe UI"/>
                <a:cs typeface="Segoe UI"/>
              </a:defRPr>
            </a:lvl7pPr>
            <a:lvl8pPr algn="l">
              <a:defRPr sz="1163">
                <a:solidFill>
                  <a:srgbClr val="9AA8BC"/>
                </a:solidFill>
                <a:latin typeface="Segoe UI"/>
                <a:ea typeface="Segoe UI"/>
                <a:cs typeface="Segoe UI"/>
              </a:defRPr>
            </a:lvl8pPr>
            <a:lvl9pPr algn="l">
              <a:defRPr sz="1163">
                <a:solidFill>
                  <a:srgbClr val="9AA8BC"/>
                </a:solidFill>
                <a:latin typeface="Segoe UI"/>
                <a:ea typeface="Segoe UI"/>
                <a:cs typeface="Segoe UI"/>
              </a:defRPr>
            </a:lvl9pPr>
          </a:lstStyle>
          <a:p xmlns:a="http://schemas.openxmlformats.org/drawingml/2006/main">
            <a:pPr algn="l">
              <a:defRPr sz="1163">
                <a:solidFill>
                  <a:srgbClr val="9AA8BC"/>
                </a:solidFill>
                <a:latin typeface="Segoe UI"/>
                <a:ea typeface="Segoe UI"/>
                <a:cs typeface="Segoe UI"/>
              </a:defRPr>
            </a:pPr>
            <a:r>
              <a:rPr sz="1163">
                <a:solidFill>
                  <a:srgbClr val="9AA8BC"/>
                </a:solidFill>
                <a:latin typeface="Segoe UI"/>
                <a:ea typeface="Segoe UI"/>
                <a:cs typeface="Segoe UI"/>
              </a:rPr>
              <a:t>Quiz answer → new turn → Scoring.</a:t>
            </a:r>
          </a:p>
          <a:p xmlns:a="http://schemas.openxmlformats.org/drawingml/2006/main">
            <a:pPr algn="l">
              <a:defRPr sz="1163">
                <a:solidFill>
                  <a:srgbClr val="9AA8BC"/>
                </a:solidFill>
                <a:latin typeface="Segoe UI"/>
                <a:ea typeface="Segoe UI"/>
                <a:cs typeface="Segoe UI"/>
              </a:defRPr>
            </a:pPr>
            <a:r>
              <a:rPr sz="1163">
                <a:solidFill>
                  <a:srgbClr val="9AA8BC"/>
                </a:solidFill>
                <a:latin typeface="Segoe UI"/>
                <a:ea typeface="Segoe UI"/>
                <a:cs typeface="Segoe UI"/>
              </a:rPr>
              <a:t>Report request → analytics.</a:t>
            </a:r>
          </a:p>
        </p:txBody>
      </p:sp>
      <p:sp>
        <p:nvSpPr>
          <p:cNvPr id="42" name="checkpoint-note">
            <a:extLst xmlns:a="http://schemas.openxmlformats.org/drawingml/2006/main">
              <a:ext uri="{FF2B5EF4-FFF2-40B4-BE49-F238E27FC236}">
                <a16:creationId xmlns:a16="http://schemas.microsoft.com/office/drawing/2014/main" id="{C24E45C7-090F-428E-AAD1-DEBC01FA5604}"/>
              </a:ext>
            </a:extLst>
          </p:cNvPr>
          <p:cNvSpPr>
            <a:spLocks xmlns:a="http://schemas.openxmlformats.org/drawingml/2006/main" noGrp="1"/>
          </p:cNvSpPr>
          <p:nvPr/>
        </p:nvSpPr>
        <p:spPr>
          <a:xfrm xmlns:a="http://schemas.openxmlformats.org/drawingml/2006/main">
            <a:off x="609600" y="6134100"/>
            <a:ext cx="1093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a:solidFill>
                  <a:srgbClr val="9AA8BC"/>
                </a:solidFill>
                <a:latin typeface="Segoe UI"/>
                <a:ea typeface="Segoe UI"/>
                <a:cs typeface="Segoe UI"/>
              </a:defRPr>
            </a:defPPr>
            <a:lvl1pPr algn="l">
              <a:defRPr sz="1163">
                <a:solidFill>
                  <a:srgbClr val="9AA8BC"/>
                </a:solidFill>
                <a:latin typeface="Segoe UI"/>
                <a:ea typeface="Segoe UI"/>
                <a:cs typeface="Segoe UI"/>
              </a:defRPr>
            </a:lvl1pPr>
            <a:lvl2pPr algn="l">
              <a:defRPr sz="1163">
                <a:solidFill>
                  <a:srgbClr val="9AA8BC"/>
                </a:solidFill>
                <a:latin typeface="Segoe UI"/>
                <a:ea typeface="Segoe UI"/>
                <a:cs typeface="Segoe UI"/>
              </a:defRPr>
            </a:lvl2pPr>
            <a:lvl3pPr algn="l">
              <a:defRPr sz="1163">
                <a:solidFill>
                  <a:srgbClr val="9AA8BC"/>
                </a:solidFill>
                <a:latin typeface="Segoe UI"/>
                <a:ea typeface="Segoe UI"/>
                <a:cs typeface="Segoe UI"/>
              </a:defRPr>
            </a:lvl3pPr>
            <a:lvl4pPr algn="l">
              <a:defRPr sz="1163">
                <a:solidFill>
                  <a:srgbClr val="9AA8BC"/>
                </a:solidFill>
                <a:latin typeface="Segoe UI"/>
                <a:ea typeface="Segoe UI"/>
                <a:cs typeface="Segoe UI"/>
              </a:defRPr>
            </a:lvl4pPr>
            <a:lvl5pPr algn="l">
              <a:defRPr sz="1163">
                <a:solidFill>
                  <a:srgbClr val="9AA8BC"/>
                </a:solidFill>
                <a:latin typeface="Segoe UI"/>
                <a:ea typeface="Segoe UI"/>
                <a:cs typeface="Segoe UI"/>
              </a:defRPr>
            </a:lvl5pPr>
            <a:lvl6pPr algn="l">
              <a:defRPr sz="1163">
                <a:solidFill>
                  <a:srgbClr val="9AA8BC"/>
                </a:solidFill>
                <a:latin typeface="Segoe UI"/>
                <a:ea typeface="Segoe UI"/>
                <a:cs typeface="Segoe UI"/>
              </a:defRPr>
            </a:lvl6pPr>
            <a:lvl7pPr algn="l">
              <a:defRPr sz="1163">
                <a:solidFill>
                  <a:srgbClr val="9AA8BC"/>
                </a:solidFill>
                <a:latin typeface="Segoe UI"/>
                <a:ea typeface="Segoe UI"/>
                <a:cs typeface="Segoe UI"/>
              </a:defRPr>
            </a:lvl7pPr>
            <a:lvl8pPr algn="l">
              <a:defRPr sz="1163">
                <a:solidFill>
                  <a:srgbClr val="9AA8BC"/>
                </a:solidFill>
                <a:latin typeface="Segoe UI"/>
                <a:ea typeface="Segoe UI"/>
                <a:cs typeface="Segoe UI"/>
              </a:defRPr>
            </a:lvl8pPr>
            <a:lvl9pPr algn="l">
              <a:defRPr sz="1163">
                <a:solidFill>
                  <a:srgbClr val="9AA8BC"/>
                </a:solidFill>
                <a:latin typeface="Segoe UI"/>
                <a:ea typeface="Segoe UI"/>
                <a:cs typeface="Segoe UI"/>
              </a:defRPr>
            </a:lvl9pPr>
          </a:lstStyle>
          <a:p xmlns:a="http://schemas.openxmlformats.org/drawingml/2006/main">
            <a:pPr algn="l">
              <a:defRPr sz="1163">
                <a:solidFill>
                  <a:srgbClr val="9AA8BC"/>
                </a:solidFill>
                <a:latin typeface="Segoe UI"/>
                <a:ea typeface="Segoe UI"/>
                <a:cs typeface="Segoe UI"/>
              </a:defRPr>
            </a:pPr>
            <a:r>
              <a:rPr sz="1163">
                <a:solidFill>
                  <a:srgbClr val="9AA8BC"/>
                </a:solidFill>
                <a:latin typeface="Segoe UI"/>
                <a:ea typeface="Segoe UI"/>
                <a:cs typeface="Segoe UI"/>
              </a:rPr>
              <a:t>Incorrect → tutor remediation · More questions → Quiz ask · Completion → analytics</a:t>
            </a:r>
          </a:p>
          <a:p xmlns:a="http://schemas.openxmlformats.org/drawingml/2006/main">
            <a:pPr algn="l">
              <a:defRPr sz="1163">
                <a:solidFill>
                  <a:srgbClr val="9AA8BC"/>
                </a:solidFill>
                <a:latin typeface="Segoe UI"/>
                <a:ea typeface="Segoe UI"/>
                <a:cs typeface="Segoe UI"/>
              </a:defRPr>
            </a:pPr>
            <a:r>
              <a:rPr sz="1163">
                <a:solidFill>
                  <a:srgbClr val="9AA8BC"/>
                </a:solidFill>
                <a:latin typeface="Segoe UI"/>
                <a:ea typeface="Segoe UI"/>
                <a:cs typeface="Segoe UI"/>
              </a:rPr>
              <a:t>PostgreSQL checkpoint persists graph state; Reflection runs inline without a human pause.</a:t>
            </a:r>
          </a:p>
        </p:txBody>
      </p:sp>
    </p:spTree>
    <p:extLst>
      <p:ext uri="{BB962C8B-B14F-4D97-AF65-F5344CB8AC3E}">
        <p14:creationId xmlns:p14="http://schemas.microsoft.com/office/powerpoint/2010/main" val="2101505053"/>
      </p:ext>
    </p:extLst>
  </p:cSld>
</p:sld>
</file>

<file path=ppt/slides/slide3.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4B8E762D-F40A-4D04-91E2-8339C85FE785}"/>
              </a:ext>
            </a:extLst>
          </p:cNvPr>
          <p:cNvCxnSpPr>
            <a:stCxn xmlns:a="http://schemas.openxmlformats.org/drawingml/2006/main" id="4" idx="2"/>
            <a:endCxn xmlns:a="http://schemas.openxmlformats.org/drawingml/2006/main" id="9" idx="0"/>
          </p:cNvCxnSpPr>
          <p:nvPr/>
        </p:nvCxnSpPr>
        <p:spPr>
          <a:xfrm xmlns:a="http://schemas.openxmlformats.org/drawingml/2006/main">
            <a:off x="6096000" y="2152650"/>
            <a:ext cx="3848100" cy="504825"/>
          </a:xfrm>
          <a:prstGeom xmlns:a="http://schemas.openxmlformats.org/drawingml/2006/main" prst="bentConnector4">
            <a:avLst>
              <a:gd name="adj1" fmla="val 0"/>
              <a:gd name="adj2" fmla="val 50000"/>
            </a:avLst>
          </a:prstGeom>
          <a:ln xmlns:a="http://schemas.openxmlformats.org/drawingml/2006/main" w="19050">
            <a:solidFill>
              <a:srgbClr val="FFB35D"/>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ACCD23F4-07E3-47AB-8D37-DCF288881BF9}"/>
              </a:ext>
            </a:extLst>
          </p:cNvPr>
          <p:cNvCxnSpPr>
            <a:stCxn xmlns:a="http://schemas.openxmlformats.org/drawingml/2006/main" id="4" idx="2"/>
            <a:endCxn xmlns:a="http://schemas.openxmlformats.org/drawingml/2006/main" id="7" idx="0"/>
          </p:cNvCxnSpPr>
          <p:nvPr/>
        </p:nvCxnSpPr>
        <p:spPr>
          <a:xfrm xmlns:a="http://schemas.openxmlformats.org/drawingml/2006/main">
            <a:off x="6096000" y="2152650"/>
            <a:ext cx="0" cy="504825"/>
          </a:xfrm>
          <a:prstGeom xmlns:a="http://schemas.openxmlformats.org/drawingml/2006/main" prst="straightConnector1">
            <a:avLst/>
          </a:prstGeom>
          <a:ln xmlns:a="http://schemas.openxmlformats.org/drawingml/2006/main" w="19050">
            <a:solidFill>
              <a:srgbClr val="6877FF"/>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B6C8A6BD-69C8-48DF-8628-6F6BB5E2530F}"/>
              </a:ext>
            </a:extLst>
          </p:cNvPr>
          <p:cNvCxnSpPr>
            <a:stCxn xmlns:a="http://schemas.openxmlformats.org/drawingml/2006/main" id="4" idx="2"/>
            <a:endCxn xmlns:a="http://schemas.openxmlformats.org/drawingml/2006/main" id="5" idx="0"/>
          </p:cNvCxnSpPr>
          <p:nvPr/>
        </p:nvCxnSpPr>
        <p:spPr>
          <a:xfrm xmlns:a="http://schemas.openxmlformats.org/drawingml/2006/main" flipH="1">
            <a:off x="2247900" y="2152650"/>
            <a:ext cx="3848100" cy="504825"/>
          </a:xfrm>
          <a:prstGeom xmlns:a="http://schemas.openxmlformats.org/drawingml/2006/main" prst="bentConnector4">
            <a:avLst>
              <a:gd name="adj1" fmla="val 0"/>
              <a:gd name="adj2" fmla="val 50000"/>
            </a:avLst>
          </a:prstGeom>
          <a:ln xmlns:a="http://schemas.openxmlformats.org/drawingml/2006/main" w="19050">
            <a:solidFill>
              <a:srgbClr val="37C9C4"/>
            </a:solidFill>
            <a:prstDash val="solid"/>
            <a:tailEnd type="triangle" w="sm" len="sm"/>
          </a:ln>
        </p:spPr>
      </p:cxnSp>
      <p:sp>
        <p:nvSpPr>
          <p:cNvPr id="23" name="eyebrow-03  /  FRONTEND VIEW">
            <a:extLst xmlns:a="http://schemas.openxmlformats.org/drawingml/2006/main">
              <a:ext uri="{FF2B5EF4-FFF2-40B4-BE49-F238E27FC236}">
                <a16:creationId xmlns:a16="http://schemas.microsoft.com/office/drawing/2014/main" id="{4BA83105-6D19-4D5E-BCB4-917AD52FD9E8}"/>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03  /  FRONTEND VIEW</a:t>
            </a:r>
          </a:p>
        </p:txBody>
      </p:sp>
      <p:sp>
        <p:nvSpPr>
          <p:cNvPr id="2" name="title-03  /  FRONTEND VIEW">
            <a:extLst xmlns:a="http://schemas.openxmlformats.org/drawingml/2006/main">
              <a:ext uri="{FF2B5EF4-FFF2-40B4-BE49-F238E27FC236}">
                <a16:creationId xmlns:a16="http://schemas.microsoft.com/office/drawing/2014/main" id="{005F2361-9EA8-4A0C-838B-FD1ED48534FD}"/>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One Web App, Three Role Workspaces</a:t>
            </a:r>
          </a:p>
        </p:txBody>
      </p:sp>
      <p:sp>
        <p:nvSpPr>
          <p:cNvPr id="3" name="subtitle-03  /  FRONTEND VIEW">
            <a:extLst xmlns:a="http://schemas.openxmlformats.org/drawingml/2006/main">
              <a:ext uri="{FF2B5EF4-FFF2-40B4-BE49-F238E27FC236}">
                <a16:creationId xmlns:a16="http://schemas.microsoft.com/office/drawing/2014/main" id="{EC9EB170-34CF-42C9-A2EE-D6ECBF4A9D46}"/>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Next.js App Router presents the student, teacher and administrator views through one accessible web surface.</a:t>
            </a:r>
          </a:p>
        </p:txBody>
      </p:sp>
      <p:sp>
        <p:nvSpPr>
          <p:cNvPr id="4" name="frontend-app">
            <a:extLst xmlns:a="http://schemas.openxmlformats.org/drawingml/2006/main">
              <a:ext uri="{FF2B5EF4-FFF2-40B4-BE49-F238E27FC236}">
                <a16:creationId xmlns:a16="http://schemas.microsoft.com/office/drawing/2014/main" id="{A4378CC9-DE25-4006-8499-A2C36F90C780}"/>
              </a:ext>
            </a:extLst>
          </p:cNvPr>
          <p:cNvSpPr>
            <a:spLocks xmlns:a="http://schemas.openxmlformats.org/drawingml/2006/main" noGrp="1"/>
          </p:cNvSpPr>
          <p:nvPr/>
        </p:nvSpPr>
        <p:spPr>
          <a:xfrm xmlns:a="http://schemas.openxmlformats.org/drawingml/2006/main">
            <a:off x="4019550" y="1562100"/>
            <a:ext cx="4152900" cy="590550"/>
          </a:xfrm>
          <a:prstGeom xmlns:a="http://schemas.openxmlformats.org/drawingml/2006/main" prst="roundRect">
            <a:avLst>
              <a:gd name="adj" fmla="val 16129"/>
            </a:avLst>
          </a:prstGeom>
          <a:solidFill xmlns:a="http://schemas.openxmlformats.org/drawingml/2006/main">
            <a:srgbClr val="20254A"/>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650" b="1">
                <a:solidFill>
                  <a:srgbClr val="F5F7FC"/>
                </a:solidFill>
                <a:latin typeface="Segoe UI"/>
                <a:ea typeface="Segoe UI"/>
                <a:cs typeface="Segoe UI"/>
              </a:defRPr>
            </a:defPPr>
            <a:lvl1pPr algn="ctr">
              <a:defRPr sz="1650" b="1">
                <a:solidFill>
                  <a:srgbClr val="F5F7FC"/>
                </a:solidFill>
                <a:latin typeface="Segoe UI"/>
                <a:ea typeface="Segoe UI"/>
                <a:cs typeface="Segoe UI"/>
              </a:defRPr>
            </a:lvl1pPr>
            <a:lvl2pPr algn="ctr">
              <a:defRPr sz="1650" b="1">
                <a:solidFill>
                  <a:srgbClr val="F5F7FC"/>
                </a:solidFill>
                <a:latin typeface="Segoe UI"/>
                <a:ea typeface="Segoe UI"/>
                <a:cs typeface="Segoe UI"/>
              </a:defRPr>
            </a:lvl2pPr>
            <a:lvl3pPr algn="ctr">
              <a:defRPr sz="1650" b="1">
                <a:solidFill>
                  <a:srgbClr val="F5F7FC"/>
                </a:solidFill>
                <a:latin typeface="Segoe UI"/>
                <a:ea typeface="Segoe UI"/>
                <a:cs typeface="Segoe UI"/>
              </a:defRPr>
            </a:lvl3pPr>
            <a:lvl4pPr algn="ctr">
              <a:defRPr sz="1650" b="1">
                <a:solidFill>
                  <a:srgbClr val="F5F7FC"/>
                </a:solidFill>
                <a:latin typeface="Segoe UI"/>
                <a:ea typeface="Segoe UI"/>
                <a:cs typeface="Segoe UI"/>
              </a:defRPr>
            </a:lvl4pPr>
            <a:lvl5pPr algn="ctr">
              <a:defRPr sz="1650" b="1">
                <a:solidFill>
                  <a:srgbClr val="F5F7FC"/>
                </a:solidFill>
                <a:latin typeface="Segoe UI"/>
                <a:ea typeface="Segoe UI"/>
                <a:cs typeface="Segoe UI"/>
              </a:defRPr>
            </a:lvl5pPr>
            <a:lvl6pPr algn="ctr">
              <a:defRPr sz="1650" b="1">
                <a:solidFill>
                  <a:srgbClr val="F5F7FC"/>
                </a:solidFill>
                <a:latin typeface="Segoe UI"/>
                <a:ea typeface="Segoe UI"/>
                <a:cs typeface="Segoe UI"/>
              </a:defRPr>
            </a:lvl6pPr>
            <a:lvl7pPr algn="ctr">
              <a:defRPr sz="1650" b="1">
                <a:solidFill>
                  <a:srgbClr val="F5F7FC"/>
                </a:solidFill>
                <a:latin typeface="Segoe UI"/>
                <a:ea typeface="Segoe UI"/>
                <a:cs typeface="Segoe UI"/>
              </a:defRPr>
            </a:lvl7pPr>
            <a:lvl8pPr algn="ctr">
              <a:defRPr sz="1650" b="1">
                <a:solidFill>
                  <a:srgbClr val="F5F7FC"/>
                </a:solidFill>
                <a:latin typeface="Segoe UI"/>
                <a:ea typeface="Segoe UI"/>
                <a:cs typeface="Segoe UI"/>
              </a:defRPr>
            </a:lvl8pPr>
            <a:lvl9pPr algn="ctr">
              <a:defRPr sz="1650" b="1">
                <a:solidFill>
                  <a:srgbClr val="F5F7FC"/>
                </a:solidFill>
                <a:latin typeface="Segoe UI"/>
                <a:ea typeface="Segoe UI"/>
                <a:cs typeface="Segoe UI"/>
              </a:defRPr>
            </a:lvl9pPr>
          </a:lstStyle>
          <a:p xmlns:a="http://schemas.openxmlformats.org/drawingml/2006/main">
            <a:pPr algn="ctr">
              <a:defRPr sz="1650" b="1">
                <a:solidFill>
                  <a:srgbClr val="F5F7FC"/>
                </a:solidFill>
                <a:latin typeface="Segoe UI"/>
                <a:ea typeface="Segoe UI"/>
                <a:cs typeface="Segoe UI"/>
              </a:defRPr>
            </a:pPr>
            <a:r>
              <a:rPr sz="1650" b="1">
                <a:solidFill>
                  <a:srgbClr val="F5F7FC"/>
                </a:solidFill>
                <a:latin typeface="Segoe UI"/>
                <a:ea typeface="Segoe UI"/>
                <a:cs typeface="Segoe UI"/>
              </a:rPr>
              <a:t>Next.js Web App  ·  App Router</a:t>
            </a:r>
          </a:p>
        </p:txBody>
      </p:sp>
      <p:sp>
        <p:nvSpPr>
          <p:cNvPr id="5" name="student-view-frame">
            <a:extLst xmlns:a="http://schemas.openxmlformats.org/drawingml/2006/main">
              <a:ext uri="{FF2B5EF4-FFF2-40B4-BE49-F238E27FC236}">
                <a16:creationId xmlns:a16="http://schemas.microsoft.com/office/drawing/2014/main" id="{EBD4A3B0-3705-44FA-A19F-F22398FF1C41}"/>
              </a:ext>
            </a:extLst>
          </p:cNvPr>
          <p:cNvSpPr>
            <a:spLocks xmlns:a="http://schemas.openxmlformats.org/drawingml/2006/main" noGrp="1"/>
          </p:cNvSpPr>
          <p:nvPr/>
        </p:nvSpPr>
        <p:spPr>
          <a:xfrm xmlns:a="http://schemas.openxmlformats.org/drawingml/2006/main">
            <a:off x="5334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6" name="student-view-heading">
            <a:extLst xmlns:a="http://schemas.openxmlformats.org/drawingml/2006/main">
              <a:ext uri="{FF2B5EF4-FFF2-40B4-BE49-F238E27FC236}">
                <a16:creationId xmlns:a16="http://schemas.microsoft.com/office/drawing/2014/main" id="{7B405241-CB70-42BF-8E97-319A2E49D948}"/>
              </a:ext>
            </a:extLst>
          </p:cNvPr>
          <p:cNvSpPr>
            <a:spLocks xmlns:a="http://schemas.openxmlformats.org/drawingml/2006/main" noGrp="1"/>
          </p:cNvSpPr>
          <p:nvPr/>
        </p:nvSpPr>
        <p:spPr>
          <a:xfrm xmlns:a="http://schemas.openxmlformats.org/drawingml/2006/main">
            <a:off x="6667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STUDENT WORKSPACE</a:t>
            </a:r>
          </a:p>
        </p:txBody>
      </p:sp>
      <p:sp>
        <p:nvSpPr>
          <p:cNvPr id="7" name="teacher-view-frame">
            <a:extLst xmlns:a="http://schemas.openxmlformats.org/drawingml/2006/main">
              <a:ext uri="{FF2B5EF4-FFF2-40B4-BE49-F238E27FC236}">
                <a16:creationId xmlns:a16="http://schemas.microsoft.com/office/drawing/2014/main" id="{F4F7AF3B-6873-403C-9B1D-119F7C4A6935}"/>
              </a:ext>
            </a:extLst>
          </p:cNvPr>
          <p:cNvSpPr>
            <a:spLocks xmlns:a="http://schemas.openxmlformats.org/drawingml/2006/main" noGrp="1"/>
          </p:cNvSpPr>
          <p:nvPr/>
        </p:nvSpPr>
        <p:spPr>
          <a:xfrm xmlns:a="http://schemas.openxmlformats.org/drawingml/2006/main">
            <a:off x="43815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8" name="teacher-view-heading">
            <a:extLst xmlns:a="http://schemas.openxmlformats.org/drawingml/2006/main">
              <a:ext uri="{FF2B5EF4-FFF2-40B4-BE49-F238E27FC236}">
                <a16:creationId xmlns:a16="http://schemas.microsoft.com/office/drawing/2014/main" id="{06CFF7DA-4250-4566-BAF9-84A5FE54A4B1}"/>
              </a:ext>
            </a:extLst>
          </p:cNvPr>
          <p:cNvSpPr>
            <a:spLocks xmlns:a="http://schemas.openxmlformats.org/drawingml/2006/main" noGrp="1"/>
          </p:cNvSpPr>
          <p:nvPr/>
        </p:nvSpPr>
        <p:spPr>
          <a:xfrm xmlns:a="http://schemas.openxmlformats.org/drawingml/2006/main">
            <a:off x="45148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TEACHER WORKSPACE</a:t>
            </a:r>
          </a:p>
        </p:txBody>
      </p:sp>
      <p:sp>
        <p:nvSpPr>
          <p:cNvPr id="9" name="admin-view-frame">
            <a:extLst xmlns:a="http://schemas.openxmlformats.org/drawingml/2006/main">
              <a:ext uri="{FF2B5EF4-FFF2-40B4-BE49-F238E27FC236}">
                <a16:creationId xmlns:a16="http://schemas.microsoft.com/office/drawing/2014/main" id="{4713D781-528D-4821-A159-3B103C4FC68E}"/>
              </a:ext>
            </a:extLst>
          </p:cNvPr>
          <p:cNvSpPr>
            <a:spLocks xmlns:a="http://schemas.openxmlformats.org/drawingml/2006/main" noGrp="1"/>
          </p:cNvSpPr>
          <p:nvPr/>
        </p:nvSpPr>
        <p:spPr>
          <a:xfrm xmlns:a="http://schemas.openxmlformats.org/drawingml/2006/main">
            <a:off x="82296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10" name="admin-view-heading">
            <a:extLst xmlns:a="http://schemas.openxmlformats.org/drawingml/2006/main">
              <a:ext uri="{FF2B5EF4-FFF2-40B4-BE49-F238E27FC236}">
                <a16:creationId xmlns:a16="http://schemas.microsoft.com/office/drawing/2014/main" id="{F6893FD0-592D-494C-BE19-8E5526DAB087}"/>
              </a:ext>
            </a:extLst>
          </p:cNvPr>
          <p:cNvSpPr>
            <a:spLocks xmlns:a="http://schemas.openxmlformats.org/drawingml/2006/main" noGrp="1"/>
          </p:cNvSpPr>
          <p:nvPr/>
        </p:nvSpPr>
        <p:spPr>
          <a:xfrm xmlns:a="http://schemas.openxmlformats.org/drawingml/2006/main">
            <a:off x="83629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ADMIN WORKSPACE</a:t>
            </a:r>
          </a:p>
        </p:txBody>
      </p:sp>
      <p:sp>
        <p:nvSpPr>
          <p:cNvPr id="14" name="student-title">
            <a:extLst xmlns:a="http://schemas.openxmlformats.org/drawingml/2006/main">
              <a:ext uri="{FF2B5EF4-FFF2-40B4-BE49-F238E27FC236}">
                <a16:creationId xmlns:a16="http://schemas.microsoft.com/office/drawing/2014/main" id="{40676E62-9F25-45EC-A8AD-544EE95C4E05}"/>
              </a:ext>
            </a:extLst>
          </p:cNvPr>
          <p:cNvSpPr>
            <a:spLocks xmlns:a="http://schemas.openxmlformats.org/drawingml/2006/main" noGrp="1"/>
          </p:cNvSpPr>
          <p:nvPr/>
        </p:nvSpPr>
        <p:spPr>
          <a:xfrm xmlns:a="http://schemas.openxmlformats.org/drawingml/2006/main">
            <a:off x="7620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Learn and practice</a:t>
            </a:r>
          </a:p>
        </p:txBody>
      </p:sp>
      <p:sp>
        <p:nvSpPr>
          <p:cNvPr id="15" name="student-routes">
            <a:extLst xmlns:a="http://schemas.openxmlformats.org/drawingml/2006/main">
              <a:ext uri="{FF2B5EF4-FFF2-40B4-BE49-F238E27FC236}">
                <a16:creationId xmlns:a16="http://schemas.microsoft.com/office/drawing/2014/main" id="{CD8D4E16-C689-48B1-8717-3F19F210D763}"/>
              </a:ext>
            </a:extLst>
          </p:cNvPr>
          <p:cNvSpPr>
            <a:spLocks xmlns:a="http://schemas.openxmlformats.org/drawingml/2006/main" noGrp="1"/>
          </p:cNvSpPr>
          <p:nvPr/>
        </p:nvSpPr>
        <p:spPr>
          <a:xfrm xmlns:a="http://schemas.openxmlformats.org/drawingml/2006/main">
            <a:off x="7620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Dashboard</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Tutor and class materials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Quizzes and assignments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Learning progress</a:t>
            </a:r>
          </a:p>
        </p:txBody>
      </p:sp>
      <p:sp>
        <p:nvSpPr>
          <p:cNvPr id="16" name="teacher-title">
            <a:extLst xmlns:a="http://schemas.openxmlformats.org/drawingml/2006/main">
              <a:ext uri="{FF2B5EF4-FFF2-40B4-BE49-F238E27FC236}">
                <a16:creationId xmlns:a16="http://schemas.microsoft.com/office/drawing/2014/main" id="{DA41F160-03F4-45BA-BD66-1860A78AF10E}"/>
              </a:ext>
            </a:extLst>
          </p:cNvPr>
          <p:cNvSpPr>
            <a:spLocks xmlns:a="http://schemas.openxmlformats.org/drawingml/2006/main" noGrp="1"/>
          </p:cNvSpPr>
          <p:nvPr/>
        </p:nvSpPr>
        <p:spPr>
          <a:xfrm xmlns:a="http://schemas.openxmlformats.org/drawingml/2006/main">
            <a:off x="46101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Teach and review</a:t>
            </a:r>
          </a:p>
        </p:txBody>
      </p:sp>
      <p:sp>
        <p:nvSpPr>
          <p:cNvPr id="17" name="teacher-routes">
            <a:extLst xmlns:a="http://schemas.openxmlformats.org/drawingml/2006/main">
              <a:ext uri="{FF2B5EF4-FFF2-40B4-BE49-F238E27FC236}">
                <a16:creationId xmlns:a16="http://schemas.microsoft.com/office/drawing/2014/main" id="{5791B260-FA47-4D93-BD3C-3F26EBF8E3B1}"/>
              </a:ext>
            </a:extLst>
          </p:cNvPr>
          <p:cNvSpPr>
            <a:spLocks xmlns:a="http://schemas.openxmlformats.org/drawingml/2006/main" noGrp="1"/>
          </p:cNvSpPr>
          <p:nvPr/>
        </p:nvSpPr>
        <p:spPr>
          <a:xfrm xmlns:a="http://schemas.openxmlformats.org/drawingml/2006/main">
            <a:off x="46101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Classes and students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Materials and assignments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Quiz creation and review</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Class analytics</a:t>
            </a:r>
          </a:p>
        </p:txBody>
      </p:sp>
      <p:sp>
        <p:nvSpPr>
          <p:cNvPr id="18" name="admin-title">
            <a:extLst xmlns:a="http://schemas.openxmlformats.org/drawingml/2006/main">
              <a:ext uri="{FF2B5EF4-FFF2-40B4-BE49-F238E27FC236}">
                <a16:creationId xmlns:a16="http://schemas.microsoft.com/office/drawing/2014/main" id="{0A03508C-EE34-45BF-BEF8-F89ACA89B3A7}"/>
              </a:ext>
            </a:extLst>
          </p:cNvPr>
          <p:cNvSpPr>
            <a:spLocks xmlns:a="http://schemas.openxmlformats.org/drawingml/2006/main" noGrp="1"/>
          </p:cNvSpPr>
          <p:nvPr/>
        </p:nvSpPr>
        <p:spPr>
          <a:xfrm xmlns:a="http://schemas.openxmlformats.org/drawingml/2006/main">
            <a:off x="84582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Operate and monitor</a:t>
            </a:r>
          </a:p>
        </p:txBody>
      </p:sp>
      <p:sp>
        <p:nvSpPr>
          <p:cNvPr id="19" name="admin-routes">
            <a:extLst xmlns:a="http://schemas.openxmlformats.org/drawingml/2006/main">
              <a:ext uri="{FF2B5EF4-FFF2-40B4-BE49-F238E27FC236}">
                <a16:creationId xmlns:a16="http://schemas.microsoft.com/office/drawing/2014/main" id="{D4B9D849-E041-420E-895E-7441060E5980}"/>
              </a:ext>
            </a:extLst>
          </p:cNvPr>
          <p:cNvSpPr>
            <a:spLocks xmlns:a="http://schemas.openxmlformats.org/drawingml/2006/main" noGrp="1"/>
          </p:cNvSpPr>
          <p:nvPr/>
        </p:nvSpPr>
        <p:spPr>
          <a:xfrm xmlns:a="http://schemas.openxmlformats.org/drawingml/2006/main">
            <a:off x="84582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User and invitation management</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Activity review</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AI usage monitoring</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Content administration</a:t>
            </a:r>
          </a:p>
        </p:txBody>
      </p:sp>
      <p:sp>
        <p:nvSpPr>
          <p:cNvPr id="20" name="shared-frontend">
            <a:extLst xmlns:a="http://schemas.openxmlformats.org/drawingml/2006/main">
              <a:ext uri="{FF2B5EF4-FFF2-40B4-BE49-F238E27FC236}">
                <a16:creationId xmlns:a16="http://schemas.microsoft.com/office/drawing/2014/main" id="{3550C339-0F4B-4406-B8D7-4C9BC2A86B94}"/>
              </a:ext>
            </a:extLst>
          </p:cNvPr>
          <p:cNvSpPr>
            <a:spLocks xmlns:a="http://schemas.openxmlformats.org/drawingml/2006/main" noGrp="1"/>
          </p:cNvSpPr>
          <p:nvPr/>
        </p:nvSpPr>
        <p:spPr>
          <a:xfrm xmlns:a="http://schemas.openxmlformats.org/drawingml/2006/main">
            <a:off x="533400" y="5381625"/>
            <a:ext cx="11125200" cy="723900"/>
          </a:xfrm>
          <a:prstGeom xmlns:a="http://schemas.openxmlformats.org/drawingml/2006/main" prst="roundRect">
            <a:avLst>
              <a:gd name="adj" fmla="val 15789"/>
            </a:avLst>
          </a:prstGeom>
          <a:solidFill xmlns:a="http://schemas.openxmlformats.org/drawingml/2006/main">
            <a:srgbClr val="10192A"/>
          </a:solidFill>
          <a:ln xmlns:a="http://schemas.openxmlformats.org/drawingml/2006/main" w="14288">
            <a:solidFill>
              <a:srgbClr val="A38AFF"/>
            </a:solidFill>
            <a:prstDash val="dash"/>
          </a:ln>
        </p:spPr>
      </p:sp>
      <p:sp>
        <p:nvSpPr>
          <p:cNvPr id="21" name="shared-title">
            <a:extLst xmlns:a="http://schemas.openxmlformats.org/drawingml/2006/main">
              <a:ext uri="{FF2B5EF4-FFF2-40B4-BE49-F238E27FC236}">
                <a16:creationId xmlns:a16="http://schemas.microsoft.com/office/drawing/2014/main" id="{62FD93FE-9112-46AD-A022-25553FBB5082}"/>
              </a:ext>
            </a:extLst>
          </p:cNvPr>
          <p:cNvSpPr>
            <a:spLocks xmlns:a="http://schemas.openxmlformats.org/drawingml/2006/main" noGrp="1"/>
          </p:cNvSpPr>
          <p:nvPr/>
        </p:nvSpPr>
        <p:spPr>
          <a:xfrm xmlns:a="http://schemas.openxmlformats.org/drawingml/2006/main">
            <a:off x="742950" y="54959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A38AFF"/>
                </a:solidFill>
                <a:latin typeface="Segoe UI"/>
                <a:ea typeface="Segoe UI"/>
                <a:cs typeface="Segoe UI"/>
              </a:defRPr>
            </a:defPPr>
            <a:lvl1pPr algn="l">
              <a:defRPr sz="1350" b="1">
                <a:solidFill>
                  <a:srgbClr val="A38AFF"/>
                </a:solidFill>
                <a:latin typeface="Segoe UI"/>
                <a:ea typeface="Segoe UI"/>
                <a:cs typeface="Segoe UI"/>
              </a:defRPr>
            </a:lvl1pPr>
            <a:lvl2pPr algn="l">
              <a:defRPr sz="1350" b="1">
                <a:solidFill>
                  <a:srgbClr val="A38AFF"/>
                </a:solidFill>
                <a:latin typeface="Segoe UI"/>
                <a:ea typeface="Segoe UI"/>
                <a:cs typeface="Segoe UI"/>
              </a:defRPr>
            </a:lvl2pPr>
            <a:lvl3pPr algn="l">
              <a:defRPr sz="1350" b="1">
                <a:solidFill>
                  <a:srgbClr val="A38AFF"/>
                </a:solidFill>
                <a:latin typeface="Segoe UI"/>
                <a:ea typeface="Segoe UI"/>
                <a:cs typeface="Segoe UI"/>
              </a:defRPr>
            </a:lvl3pPr>
            <a:lvl4pPr algn="l">
              <a:defRPr sz="1350" b="1">
                <a:solidFill>
                  <a:srgbClr val="A38AFF"/>
                </a:solidFill>
                <a:latin typeface="Segoe UI"/>
                <a:ea typeface="Segoe UI"/>
                <a:cs typeface="Segoe UI"/>
              </a:defRPr>
            </a:lvl4pPr>
            <a:lvl5pPr algn="l">
              <a:defRPr sz="1350" b="1">
                <a:solidFill>
                  <a:srgbClr val="A38AFF"/>
                </a:solidFill>
                <a:latin typeface="Segoe UI"/>
                <a:ea typeface="Segoe UI"/>
                <a:cs typeface="Segoe UI"/>
              </a:defRPr>
            </a:lvl5pPr>
            <a:lvl6pPr algn="l">
              <a:defRPr sz="1350" b="1">
                <a:solidFill>
                  <a:srgbClr val="A38AFF"/>
                </a:solidFill>
                <a:latin typeface="Segoe UI"/>
                <a:ea typeface="Segoe UI"/>
                <a:cs typeface="Segoe UI"/>
              </a:defRPr>
            </a:lvl6pPr>
            <a:lvl7pPr algn="l">
              <a:defRPr sz="1350" b="1">
                <a:solidFill>
                  <a:srgbClr val="A38AFF"/>
                </a:solidFill>
                <a:latin typeface="Segoe UI"/>
                <a:ea typeface="Segoe UI"/>
                <a:cs typeface="Segoe UI"/>
              </a:defRPr>
            </a:lvl7pPr>
            <a:lvl8pPr algn="l">
              <a:defRPr sz="1350" b="1">
                <a:solidFill>
                  <a:srgbClr val="A38AFF"/>
                </a:solidFill>
                <a:latin typeface="Segoe UI"/>
                <a:ea typeface="Segoe UI"/>
                <a:cs typeface="Segoe UI"/>
              </a:defRPr>
            </a:lvl8pPr>
            <a:lvl9pPr algn="l">
              <a:defRPr sz="1350" b="1">
                <a:solidFill>
                  <a:srgbClr val="A38AFF"/>
                </a:solidFill>
                <a:latin typeface="Segoe UI"/>
                <a:ea typeface="Segoe UI"/>
                <a:cs typeface="Segoe UI"/>
              </a:defRPr>
            </a:lvl9pPr>
          </a:lstStyle>
          <a:p xmlns:a="http://schemas.openxmlformats.org/drawingml/2006/main">
            <a:pPr algn="l">
              <a:defRPr sz="1350" b="1">
                <a:solidFill>
                  <a:srgbClr val="A38AFF"/>
                </a:solidFill>
                <a:latin typeface="Segoe UI"/>
                <a:ea typeface="Segoe UI"/>
                <a:cs typeface="Segoe UI"/>
              </a:defRPr>
            </a:pPr>
            <a:r>
              <a:rPr sz="1350" b="1">
                <a:solidFill>
                  <a:srgbClr val="A38AFF"/>
                </a:solidFill>
                <a:latin typeface="Segoe UI"/>
                <a:ea typeface="Segoe UI"/>
                <a:cs typeface="Segoe UI"/>
              </a:rPr>
              <a:t>Shared frontend</a:t>
            </a:r>
          </a:p>
        </p:txBody>
      </p:sp>
      <p:sp>
        <p:nvSpPr>
          <p:cNvPr id="22" name="shared-body">
            <a:extLst xmlns:a="http://schemas.openxmlformats.org/drawingml/2006/main">
              <a:ext uri="{FF2B5EF4-FFF2-40B4-BE49-F238E27FC236}">
                <a16:creationId xmlns:a16="http://schemas.microsoft.com/office/drawing/2014/main" id="{133319AB-D721-4E0A-A7AC-11EFE2A470A5}"/>
              </a:ext>
            </a:extLst>
          </p:cNvPr>
          <p:cNvSpPr>
            <a:spLocks xmlns:a="http://schemas.openxmlformats.org/drawingml/2006/main" noGrp="1"/>
          </p:cNvSpPr>
          <p:nvPr/>
        </p:nvSpPr>
        <p:spPr>
          <a:xfrm xmlns:a="http://schemas.openxmlformats.org/drawingml/2006/main">
            <a:off x="742950" y="575310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a:solidFill>
                  <a:srgbClr val="CFD7E6"/>
                </a:solidFill>
                <a:latin typeface="Segoe UI"/>
                <a:ea typeface="Segoe UI"/>
                <a:cs typeface="Segoe UI"/>
              </a:defRPr>
            </a:defPPr>
            <a:lvl1pPr algn="l">
              <a:defRPr sz="1275">
                <a:solidFill>
                  <a:srgbClr val="CFD7E6"/>
                </a:solidFill>
                <a:latin typeface="Segoe UI"/>
                <a:ea typeface="Segoe UI"/>
                <a:cs typeface="Segoe UI"/>
              </a:defRPr>
            </a:lvl1pPr>
            <a:lvl2pPr algn="l">
              <a:defRPr sz="1275">
                <a:solidFill>
                  <a:srgbClr val="CFD7E6"/>
                </a:solidFill>
                <a:latin typeface="Segoe UI"/>
                <a:ea typeface="Segoe UI"/>
                <a:cs typeface="Segoe UI"/>
              </a:defRPr>
            </a:lvl2pPr>
            <a:lvl3pPr algn="l">
              <a:defRPr sz="1275">
                <a:solidFill>
                  <a:srgbClr val="CFD7E6"/>
                </a:solidFill>
                <a:latin typeface="Segoe UI"/>
                <a:ea typeface="Segoe UI"/>
                <a:cs typeface="Segoe UI"/>
              </a:defRPr>
            </a:lvl3pPr>
            <a:lvl4pPr algn="l">
              <a:defRPr sz="1275">
                <a:solidFill>
                  <a:srgbClr val="CFD7E6"/>
                </a:solidFill>
                <a:latin typeface="Segoe UI"/>
                <a:ea typeface="Segoe UI"/>
                <a:cs typeface="Segoe UI"/>
              </a:defRPr>
            </a:lvl4pPr>
            <a:lvl5pPr algn="l">
              <a:defRPr sz="1275">
                <a:solidFill>
                  <a:srgbClr val="CFD7E6"/>
                </a:solidFill>
                <a:latin typeface="Segoe UI"/>
                <a:ea typeface="Segoe UI"/>
                <a:cs typeface="Segoe UI"/>
              </a:defRPr>
            </a:lvl5pPr>
            <a:lvl6pPr algn="l">
              <a:defRPr sz="1275">
                <a:solidFill>
                  <a:srgbClr val="CFD7E6"/>
                </a:solidFill>
                <a:latin typeface="Segoe UI"/>
                <a:ea typeface="Segoe UI"/>
                <a:cs typeface="Segoe UI"/>
              </a:defRPr>
            </a:lvl6pPr>
            <a:lvl7pPr algn="l">
              <a:defRPr sz="1275">
                <a:solidFill>
                  <a:srgbClr val="CFD7E6"/>
                </a:solidFill>
                <a:latin typeface="Segoe UI"/>
                <a:ea typeface="Segoe UI"/>
                <a:cs typeface="Segoe UI"/>
              </a:defRPr>
            </a:lvl7pPr>
            <a:lvl8pPr algn="l">
              <a:defRPr sz="1275">
                <a:solidFill>
                  <a:srgbClr val="CFD7E6"/>
                </a:solidFill>
                <a:latin typeface="Segoe UI"/>
                <a:ea typeface="Segoe UI"/>
                <a:cs typeface="Segoe UI"/>
              </a:defRPr>
            </a:lvl8pPr>
            <a:lvl9pPr algn="l">
              <a:defRPr sz="1275">
                <a:solidFill>
                  <a:srgbClr val="CFD7E6"/>
                </a:solidFill>
                <a:latin typeface="Segoe UI"/>
                <a:ea typeface="Segoe UI"/>
                <a:cs typeface="Segoe UI"/>
              </a:defRPr>
            </a:lvl9pPr>
          </a:lstStyle>
          <a:p xmlns:a="http://schemas.openxmlformats.org/drawingml/2006/main">
            <a:pPr algn="l">
              <a:defRPr sz="1275">
                <a:solidFill>
                  <a:srgbClr val="CFD7E6"/>
                </a:solidFill>
                <a:latin typeface="Segoe UI"/>
                <a:ea typeface="Segoe UI"/>
                <a:cs typeface="Segoe UI"/>
              </a:defRPr>
            </a:pPr>
            <a:r>
              <a:rPr sz="1275">
                <a:solidFill>
                  <a:srgbClr val="CFD7E6"/>
                </a:solidFill>
                <a:latin typeface="Segoe UI"/>
                <a:ea typeface="Segoe UI"/>
                <a:cs typeface="Segoe UI"/>
              </a:rPr>
              <a:t>Session-aware navigation  ·  accessible reading  ·  text and optional voice  ·  server-side API proxies to FastAPI</a:t>
            </a:r>
          </a:p>
        </p:txBody>
      </p:sp>
    </p:spTree>
    <p:extLst>
      <p:ext uri="{BB962C8B-B14F-4D97-AF65-F5344CB8AC3E}">
        <p14:creationId xmlns:p14="http://schemas.microsoft.com/office/powerpoint/2010/main" val="18687553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2026-10-17T13:50:40.5280000Z</dcterms:created>
  <dcterms:modified xsi:type="dcterms:W3CDTF">2026-10-17T13:50:40.5280000Z</dcterms:modified>
</coreProperties>
</file>